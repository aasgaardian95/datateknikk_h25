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6"/>
  </p:notesMasterIdLst>
  <p:handoutMasterIdLst>
    <p:handoutMasterId r:id="rId17"/>
  </p:handoutMasterIdLst>
  <p:sldIdLst>
    <p:sldId id="258" r:id="rId5"/>
    <p:sldId id="268" r:id="rId6"/>
    <p:sldId id="259" r:id="rId7"/>
    <p:sldId id="261" r:id="rId8"/>
    <p:sldId id="266" r:id="rId9"/>
    <p:sldId id="260" r:id="rId10"/>
    <p:sldId id="262" r:id="rId11"/>
    <p:sldId id="265" r:id="rId12"/>
    <p:sldId id="263" r:id="rId13"/>
    <p:sldId id="264" r:id="rId14"/>
    <p:sldId id="267" r:id="rId15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28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Arthur Andersen" userId="978b804b-c051-4d79-a4a3-02cf7427b67f" providerId="ADAL" clId="{89463D13-F624-49B8-89C1-5E8BC87ADD15}"/>
    <pc:docChg chg="modSld">
      <pc:chgData name="Martin Arthur Andersen" userId="978b804b-c051-4d79-a4a3-02cf7427b67f" providerId="ADAL" clId="{89463D13-F624-49B8-89C1-5E8BC87ADD15}" dt="2025-11-03T09:49:20.372" v="28" actId="20577"/>
      <pc:docMkLst>
        <pc:docMk/>
      </pc:docMkLst>
      <pc:sldChg chg="modSp mod">
        <pc:chgData name="Martin Arthur Andersen" userId="978b804b-c051-4d79-a4a3-02cf7427b67f" providerId="ADAL" clId="{89463D13-F624-49B8-89C1-5E8BC87ADD15}" dt="2025-11-03T09:49:20.372" v="28" actId="20577"/>
        <pc:sldMkLst>
          <pc:docMk/>
          <pc:sldMk cId="507127975" sldId="262"/>
        </pc:sldMkLst>
        <pc:spChg chg="mod">
          <ac:chgData name="Martin Arthur Andersen" userId="978b804b-c051-4d79-a4a3-02cf7427b67f" providerId="ADAL" clId="{89463D13-F624-49B8-89C1-5E8BC87ADD15}" dt="2025-11-03T09:49:20.372" v="28" actId="20577"/>
          <ac:spMkLst>
            <pc:docMk/>
            <pc:sldMk cId="507127975" sldId="262"/>
            <ac:spMk id="2" creationId="{181CA790-AA4B-57AD-3289-1B3D07AD63B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/>
              <a:t>03.11.2025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4867-3A3C-8F4F-AA72-C1B9EB729F72}" type="datetimeFigureOut">
              <a:rPr lang="nb-NO" smtClean="0"/>
              <a:t>03.11.2025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57E-F630-C147-B67D-734B6B1CD9D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86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03.11.2025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AB339-F0E1-A746-A0DD-B8B314440945}" type="datetime1">
              <a:rPr lang="nb-NO" smtClean="0"/>
              <a:t>03.11.2025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590699-1352-D148-B251-D7C28FB0B6CC}" type="datetime1">
              <a:rPr lang="nb-NO" smtClean="0"/>
              <a:t>03.11.2025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FF5EF9-C484-D748-964B-06FC147FE0F7}" type="datetime1">
              <a:rPr lang="nb-NO" smtClean="0"/>
              <a:t>03.11.2025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E9DC53-2898-304E-8D88-1BB22CAC7760}" type="datetime1">
              <a:rPr lang="nb-NO" smtClean="0"/>
              <a:t>03.11.2025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03.11.2025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03.11.2025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2955-BE7A-5C4C-84B8-41580681C190}" type="datetime1">
              <a:rPr lang="nb-NO" smtClean="0"/>
              <a:t>03.11.2025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7B6-EDFB-B447-8B14-79CCE6E543ED}" type="datetime1">
              <a:rPr lang="nb-NO" smtClean="0"/>
              <a:t>03.11.2025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her for å sette inn bilde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B3D7-CAAD-CD4A-9ADE-B7023038E292}" type="datetime1">
              <a:rPr lang="nb-NO" smtClean="0"/>
              <a:t>03.11.2025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301028B7-40B6-B141-A86D-F90DE572F70B}" type="datetime1">
              <a:rPr lang="nb-NO" smtClean="0"/>
              <a:t>03.11.2025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7" name="Bilde 6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  <p:pic>
        <p:nvPicPr>
          <p:cNvPr id="8" name="Bilde 7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Radiofrekvensidentifikasjon (RFID)</a:t>
            </a:r>
            <a:br>
              <a:rPr lang="nb-NO" dirty="0"/>
            </a:br>
            <a:r>
              <a:rPr lang="nb-NO" dirty="0"/>
              <a:t>Serial </a:t>
            </a:r>
            <a:r>
              <a:rPr lang="nb-NO" dirty="0" err="1"/>
              <a:t>Peripheral</a:t>
            </a:r>
            <a:r>
              <a:rPr lang="nb-NO" dirty="0"/>
              <a:t> Interface (SPI)</a:t>
            </a:r>
            <a:endParaRPr lang="nb-NO" sz="2400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/>
          <a:lstStyle/>
          <a:p>
            <a:fld id="{CEBE5A08-4597-EE48-8595-2652A3602EC3}" type="datetime1">
              <a:rPr lang="nb-NO" smtClean="0"/>
              <a:t>03.11.2025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/>
          <a:lstStyle/>
          <a:p>
            <a:fld id="{28ECCE09-4EB9-D24E-99A2-F5BDA1BD657E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909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B9F2BDFE-E63B-5AA8-0429-D6A1416B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>
            <a:normAutofit fontScale="90000"/>
          </a:bodyPr>
          <a:lstStyle/>
          <a:p>
            <a:r>
              <a:rPr lang="en-US" dirty="0"/>
              <a:t>RFID-RC522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7F091-6ED8-2A92-9136-9F166D4DB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 lnSpcReduction="10000"/>
          </a:bodyPr>
          <a:lstStyle/>
          <a:p>
            <a:endParaRPr lang="nb-NO" sz="2400" dirty="0"/>
          </a:p>
          <a:p>
            <a:r>
              <a:rPr lang="nb-NO" sz="2400" dirty="0"/>
              <a:t>Kun SPI</a:t>
            </a:r>
          </a:p>
          <a:p>
            <a:endParaRPr lang="nb-NO" sz="2400" dirty="0"/>
          </a:p>
          <a:p>
            <a:r>
              <a:rPr lang="nb-NO" sz="2400" dirty="0"/>
              <a:t>NB! 3,3 V</a:t>
            </a:r>
          </a:p>
          <a:p>
            <a:endParaRPr lang="nb-NO" sz="2400" dirty="0"/>
          </a:p>
          <a:p>
            <a:r>
              <a:rPr lang="nb-NO" sz="2400" dirty="0"/>
              <a:t>Rimelig </a:t>
            </a:r>
          </a:p>
          <a:p>
            <a:endParaRPr lang="nb-NO" sz="2400" dirty="0"/>
          </a:p>
          <a:p>
            <a:r>
              <a:rPr lang="nb-NO" sz="2400" dirty="0"/>
              <a:t>Til prototyping</a:t>
            </a:r>
          </a:p>
          <a:p>
            <a:endParaRPr lang="nb-NO" sz="1600" dirty="0"/>
          </a:p>
        </p:txBody>
      </p:sp>
      <p:pic>
        <p:nvPicPr>
          <p:cNvPr id="12" name="Picture 11" descr="A blue circuit board with a chip&#10;&#10;AI-generated content may be incorrect.">
            <a:extLst>
              <a:ext uri="{FF2B5EF4-FFF2-40B4-BE49-F238E27FC236}">
                <a16:creationId xmlns:a16="http://schemas.microsoft.com/office/drawing/2014/main" id="{5AC3420B-C443-4340-E491-8CC1B1173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493" y="1200151"/>
            <a:ext cx="3814013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34FA1-0335-2948-FF8D-77D4A72D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D5EEA-8B0F-4CA6-23C3-FBBCF047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48A5B-86D7-DC86-9CAD-3E2F80561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28634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BBE4-7C1D-356F-555D-E884C55A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Hva er SPI?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C240B-BBAE-67FF-94FA-CBA6987D2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809067" cy="3394472"/>
          </a:xfrm>
        </p:spPr>
        <p:txBody>
          <a:bodyPr/>
          <a:lstStyle/>
          <a:p>
            <a:r>
              <a:rPr lang="nb-NO" dirty="0"/>
              <a:t>Serial </a:t>
            </a:r>
            <a:r>
              <a:rPr lang="nb-NO" dirty="0" err="1"/>
              <a:t>Peripheral</a:t>
            </a:r>
            <a:r>
              <a:rPr lang="nb-NO" dirty="0"/>
              <a:t> Interface (master ↔ slaver)</a:t>
            </a:r>
          </a:p>
          <a:p>
            <a:r>
              <a:rPr lang="nb-NO" dirty="0"/>
              <a:t>Brukes mellom mikro­kontroller og sensor/modul</a:t>
            </a:r>
          </a:p>
          <a:p>
            <a:r>
              <a:rPr lang="nb-NO" dirty="0"/>
              <a:t>Sender og mottar data samtidig </a:t>
            </a:r>
          </a:p>
          <a:p>
            <a:r>
              <a:rPr lang="nb-NO" dirty="0"/>
              <a:t>Raskere enn I²C og enkelt å implementere</a:t>
            </a:r>
          </a:p>
          <a:p>
            <a:r>
              <a:rPr lang="nb-NO" dirty="0"/>
              <a:t>Krever flere kabler enn I²C</a:t>
            </a:r>
          </a:p>
          <a:p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2404B-398E-4DD1-462B-DF54384C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73983-252C-EC19-32B3-80756B2F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BF759-7D0B-848A-EFD9-19F03C0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</a:t>
            </a:fld>
            <a:endParaRPr lang="nb-NO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D2E1E35-5183-B7DF-3930-23E79D261058}"/>
              </a:ext>
            </a:extLst>
          </p:cNvPr>
          <p:cNvSpPr txBox="1">
            <a:spLocks/>
          </p:cNvSpPr>
          <p:nvPr/>
        </p:nvSpPr>
        <p:spPr>
          <a:xfrm>
            <a:off x="5739493" y="130227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dirty="0"/>
              <a:t>SDA (SS) → D10</a:t>
            </a:r>
          </a:p>
          <a:p>
            <a:r>
              <a:rPr lang="nb-NO" dirty="0"/>
              <a:t>SCK → D13</a:t>
            </a:r>
          </a:p>
          <a:p>
            <a:r>
              <a:rPr lang="nb-NO" dirty="0"/>
              <a:t>MOSI → D11</a:t>
            </a:r>
          </a:p>
          <a:p>
            <a:r>
              <a:rPr lang="nb-NO" dirty="0"/>
              <a:t>MISO → D12</a:t>
            </a:r>
          </a:p>
          <a:p>
            <a:r>
              <a:rPr lang="nb-NO" dirty="0"/>
              <a:t>RST → D9</a:t>
            </a:r>
          </a:p>
          <a:p>
            <a:r>
              <a:rPr lang="nb-NO" dirty="0"/>
              <a:t>3.3V → 3.3V </a:t>
            </a:r>
          </a:p>
          <a:p>
            <a:r>
              <a:rPr lang="nb-NO" dirty="0"/>
              <a:t>GND → GND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3D5BA2-E532-9B30-59D7-8BD8FAEFDED9}"/>
              </a:ext>
            </a:extLst>
          </p:cNvPr>
          <p:cNvSpPr txBox="1"/>
          <p:nvPr/>
        </p:nvSpPr>
        <p:spPr>
          <a:xfrm>
            <a:off x="457200" y="34786"/>
            <a:ext cx="698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b="1" dirty="0"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Serial </a:t>
            </a:r>
            <a:r>
              <a:rPr lang="nb-NO" sz="2400" b="1" dirty="0" err="1"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Peripheral</a:t>
            </a:r>
            <a:r>
              <a:rPr lang="nb-NO" sz="2400" b="1" dirty="0"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 Interface </a:t>
            </a:r>
          </a:p>
        </p:txBody>
      </p:sp>
    </p:spTree>
    <p:extLst>
      <p:ext uri="{BB962C8B-B14F-4D97-AF65-F5344CB8AC3E}">
        <p14:creationId xmlns:p14="http://schemas.microsoft.com/office/powerpoint/2010/main" val="202802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D9662-A5EE-0EC7-F0B1-38E613625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Roller og signaler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66F8D-3984-676F-51D4-4CA13994C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b="1" dirty="0"/>
              <a:t>MOSI:</a:t>
            </a:r>
            <a:r>
              <a:rPr lang="nb-NO" dirty="0"/>
              <a:t> Master Out Slave In</a:t>
            </a:r>
          </a:p>
          <a:p>
            <a:r>
              <a:rPr lang="nb-NO" b="1" dirty="0"/>
              <a:t>MISO:</a:t>
            </a:r>
            <a:r>
              <a:rPr lang="nb-NO" dirty="0"/>
              <a:t> Master In Slave Out</a:t>
            </a:r>
          </a:p>
          <a:p>
            <a:r>
              <a:rPr lang="nb-NO" b="1" dirty="0"/>
              <a:t>SCK:</a:t>
            </a:r>
            <a:r>
              <a:rPr lang="nb-NO" dirty="0"/>
              <a:t> Klokkesignal fra master</a:t>
            </a:r>
          </a:p>
          <a:p>
            <a:r>
              <a:rPr lang="nb-NO" b="1" dirty="0"/>
              <a:t>SS / CS:</a:t>
            </a:r>
            <a:r>
              <a:rPr lang="nb-NO" dirty="0"/>
              <a:t> Velger aktiv slave</a:t>
            </a:r>
          </a:p>
          <a:p>
            <a:r>
              <a:rPr lang="nb-NO" dirty="0"/>
              <a:t>Én master kan styre flere slaver</a:t>
            </a:r>
          </a:p>
          <a:p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3A382-ECAE-05CD-8425-7866A718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EA63-63AB-AA53-B817-F41A3A43E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7D909-1B5C-16A1-07B6-749DAEAC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4</a:t>
            </a:fld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8A303-88D6-CFBC-8727-6EB6F07745C8}"/>
              </a:ext>
            </a:extLst>
          </p:cNvPr>
          <p:cNvSpPr txBox="1"/>
          <p:nvPr/>
        </p:nvSpPr>
        <p:spPr>
          <a:xfrm>
            <a:off x="457200" y="34786"/>
            <a:ext cx="698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b="1" dirty="0"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Serial </a:t>
            </a:r>
            <a:r>
              <a:rPr lang="nb-NO" sz="2400" b="1" dirty="0" err="1"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Peripheral</a:t>
            </a:r>
            <a:r>
              <a:rPr lang="nb-NO" sz="2400" b="1" dirty="0"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 Interface </a:t>
            </a:r>
          </a:p>
        </p:txBody>
      </p:sp>
    </p:spTree>
    <p:extLst>
      <p:ext uri="{BB962C8B-B14F-4D97-AF65-F5344CB8AC3E}">
        <p14:creationId xmlns:p14="http://schemas.microsoft.com/office/powerpoint/2010/main" val="2648788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4D04-80E8-5330-7F21-C97C0385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Hva er RFID?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6F824-CE5B-70E8-170B-2705DB41F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b-NO" dirty="0"/>
              <a:t>RFID = Radio </a:t>
            </a:r>
            <a:r>
              <a:rPr lang="nb-NO" dirty="0" err="1"/>
              <a:t>Frequency</a:t>
            </a:r>
            <a:r>
              <a:rPr lang="nb-NO" dirty="0"/>
              <a:t> </a:t>
            </a:r>
            <a:r>
              <a:rPr lang="nb-NO" dirty="0" err="1"/>
              <a:t>Identification</a:t>
            </a:r>
            <a:endParaRPr lang="nb-NO" dirty="0"/>
          </a:p>
          <a:p>
            <a:r>
              <a:rPr lang="nb-NO" dirty="0"/>
              <a:t>Bruker radiobølger til å identifisere og kommunisere med et objekt</a:t>
            </a:r>
          </a:p>
          <a:p>
            <a:r>
              <a:rPr lang="nb-NO" dirty="0"/>
              <a:t>Består av to deler:</a:t>
            </a:r>
          </a:p>
          <a:p>
            <a:pPr lvl="1"/>
            <a:r>
              <a:rPr lang="nb-NO" dirty="0"/>
              <a:t>Tag (brikke/kort): inneholder unik ID og ev. data</a:t>
            </a:r>
          </a:p>
          <a:p>
            <a:pPr lvl="1"/>
            <a:r>
              <a:rPr lang="nb-NO" dirty="0"/>
              <a:t>Leser (RFID-modul): sender radiosignal og mottar svar</a:t>
            </a:r>
          </a:p>
          <a:p>
            <a:r>
              <a:rPr lang="nb-NO" dirty="0"/>
              <a:t>Krever ingen fysisk kontakt eller direkte sikt</a:t>
            </a:r>
          </a:p>
          <a:p>
            <a:r>
              <a:rPr lang="nb-NO" dirty="0"/>
              <a:t>Vanlig i adgangskort, busskort, bibliotek, butikk og logistikk</a:t>
            </a:r>
          </a:p>
          <a:p>
            <a:r>
              <a:rPr lang="nb-NO" i="1" dirty="0"/>
              <a:t>UID</a:t>
            </a:r>
            <a:r>
              <a:rPr lang="nb-NO" dirty="0"/>
              <a:t> – Unik Identifikator.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A51A7-9773-5A0E-CCBB-D38DB43DE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0762-35A1-58A6-C4E5-908685F0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9D34-A025-B809-CE3B-54A89A22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5</a:t>
            </a:fld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5C5AC-2E9D-2E17-EDD1-0E9340D0440E}"/>
              </a:ext>
            </a:extLst>
          </p:cNvPr>
          <p:cNvSpPr txBox="1"/>
          <p:nvPr/>
        </p:nvSpPr>
        <p:spPr>
          <a:xfrm>
            <a:off x="457200" y="34786"/>
            <a:ext cx="698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b="1" dirty="0"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RFID</a:t>
            </a:r>
          </a:p>
        </p:txBody>
      </p:sp>
    </p:spTree>
    <p:extLst>
      <p:ext uri="{BB962C8B-B14F-4D97-AF65-F5344CB8AC3E}">
        <p14:creationId xmlns:p14="http://schemas.microsoft.com/office/powerpoint/2010/main" val="2598085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34404-E4B0-C8A9-069D-9CF655EF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Bibliotek og oppsett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32BAA-B4E6-C824-A58A-1F300CF45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Bruk: MFRC522 </a:t>
            </a:r>
            <a:r>
              <a:rPr lang="nb-NO" dirty="0" err="1"/>
              <a:t>library</a:t>
            </a:r>
            <a:r>
              <a:rPr lang="nb-NO" dirty="0"/>
              <a:t> (miguelbalboa)</a:t>
            </a:r>
          </a:p>
          <a:p>
            <a:r>
              <a:rPr lang="nb-NO" dirty="0"/>
              <a:t>Inkluder </a:t>
            </a:r>
            <a:r>
              <a:rPr lang="nb-NO" dirty="0" err="1"/>
              <a:t>SPI.h</a:t>
            </a:r>
            <a:r>
              <a:rPr lang="nb-NO" dirty="0"/>
              <a:t> og MFRC522.h</a:t>
            </a:r>
          </a:p>
          <a:p>
            <a:r>
              <a:rPr lang="nb-NO" dirty="0"/>
              <a:t>Initialiser SPI og </a:t>
            </a:r>
            <a:r>
              <a:rPr lang="nb-NO" dirty="0" err="1"/>
              <a:t>rfid.PCD_Init</a:t>
            </a:r>
            <a:r>
              <a:rPr lang="nb-NO" dirty="0"/>
              <a:t>()</a:t>
            </a:r>
          </a:p>
          <a:p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9D9C4-BB23-0757-6253-1E039E1F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53660-05E7-68B5-8B01-62A80368B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329D2-4D44-E2D8-4E76-05176FC8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6</a:t>
            </a:fld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0D2CF-A8F4-61C9-DB0F-0785F8C71DF4}"/>
              </a:ext>
            </a:extLst>
          </p:cNvPr>
          <p:cNvSpPr txBox="1"/>
          <p:nvPr/>
        </p:nvSpPr>
        <p:spPr>
          <a:xfrm>
            <a:off x="457200" y="34786"/>
            <a:ext cx="698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b="1" dirty="0"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RFID</a:t>
            </a:r>
          </a:p>
        </p:txBody>
      </p:sp>
    </p:spTree>
    <p:extLst>
      <p:ext uri="{BB962C8B-B14F-4D97-AF65-F5344CB8AC3E}">
        <p14:creationId xmlns:p14="http://schemas.microsoft.com/office/powerpoint/2010/main" val="168913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A790-AA4B-57AD-3289-1B3D07AD6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Datatypen byte (med datastrukturen </a:t>
            </a:r>
            <a:r>
              <a:rPr lang="nb-NO" dirty="0" err="1"/>
              <a:t>Array</a:t>
            </a:r>
            <a:r>
              <a:rPr lang="nb-NO"/>
              <a:t>)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2C12B-292B-B593-4AA4-3F9A790C8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nb-NO" dirty="0"/>
              <a:t>#define NR_KNOWN_KEYS   8</a:t>
            </a:r>
          </a:p>
          <a:p>
            <a:pPr marL="0" indent="0">
              <a:buNone/>
            </a:pPr>
            <a:r>
              <a:rPr lang="nb-NO" dirty="0"/>
              <a:t>// </a:t>
            </a:r>
            <a:r>
              <a:rPr lang="nb-NO" dirty="0" err="1"/>
              <a:t>Known</a:t>
            </a:r>
            <a:r>
              <a:rPr lang="nb-NO" dirty="0"/>
              <a:t> </a:t>
            </a:r>
            <a:r>
              <a:rPr lang="nb-NO" dirty="0" err="1"/>
              <a:t>keys</a:t>
            </a:r>
            <a:r>
              <a:rPr lang="nb-NO" dirty="0"/>
              <a:t>, </a:t>
            </a:r>
            <a:r>
              <a:rPr lang="nb-NO" dirty="0" err="1"/>
              <a:t>see</a:t>
            </a:r>
            <a:r>
              <a:rPr lang="nb-NO" dirty="0"/>
              <a:t>: https://code.google.com/p/mfcuk/wiki/MifareClassicDefaultKeys</a:t>
            </a:r>
          </a:p>
          <a:p>
            <a:pPr marL="0" indent="0">
              <a:buNone/>
            </a:pPr>
            <a:r>
              <a:rPr lang="nb-NO" dirty="0"/>
              <a:t>byte </a:t>
            </a:r>
            <a:r>
              <a:rPr lang="nb-NO" dirty="0" err="1"/>
              <a:t>knownKeys</a:t>
            </a:r>
            <a:r>
              <a:rPr lang="nb-NO" dirty="0"/>
              <a:t>[NR_KNOWN_KEYS][MFRC522::MF_KEY_SIZE] =  {</a:t>
            </a:r>
          </a:p>
          <a:p>
            <a:pPr marL="0" indent="0">
              <a:buNone/>
            </a:pPr>
            <a:r>
              <a:rPr lang="nb-NO" dirty="0"/>
              <a:t>    {0xff, 0xff, 0xff, 0xff, 0xff, 0xff}, 		// FF </a:t>
            </a:r>
            <a:r>
              <a:rPr lang="nb-NO" dirty="0" err="1"/>
              <a:t>FF</a:t>
            </a:r>
            <a:r>
              <a:rPr lang="nb-NO" dirty="0"/>
              <a:t> </a:t>
            </a:r>
            <a:r>
              <a:rPr lang="nb-NO" dirty="0" err="1"/>
              <a:t>FF</a:t>
            </a:r>
            <a:r>
              <a:rPr lang="nb-NO" dirty="0"/>
              <a:t> </a:t>
            </a:r>
            <a:r>
              <a:rPr lang="nb-NO" dirty="0" err="1"/>
              <a:t>FF</a:t>
            </a:r>
            <a:r>
              <a:rPr lang="nb-NO" dirty="0"/>
              <a:t> </a:t>
            </a:r>
            <a:r>
              <a:rPr lang="nb-NO" dirty="0" err="1"/>
              <a:t>FF</a:t>
            </a:r>
            <a:r>
              <a:rPr lang="nb-NO" dirty="0"/>
              <a:t> </a:t>
            </a:r>
            <a:r>
              <a:rPr lang="nb-NO" dirty="0" err="1"/>
              <a:t>FF</a:t>
            </a:r>
            <a:r>
              <a:rPr lang="nb-NO" dirty="0"/>
              <a:t> = </a:t>
            </a:r>
            <a:r>
              <a:rPr lang="nb-NO" dirty="0" err="1"/>
              <a:t>factory</a:t>
            </a:r>
            <a:r>
              <a:rPr lang="nb-NO" dirty="0"/>
              <a:t> </a:t>
            </a:r>
            <a:r>
              <a:rPr lang="nb-NO" dirty="0" err="1"/>
              <a:t>default</a:t>
            </a:r>
            <a:endParaRPr lang="nb-NO" dirty="0"/>
          </a:p>
          <a:p>
            <a:pPr marL="0" indent="0">
              <a:buNone/>
            </a:pPr>
            <a:r>
              <a:rPr lang="nb-NO" dirty="0"/>
              <a:t>    {0xa0, 0xa1, 0xa2, 0xa3, 0xa4, 0xa5}, 	// A0 A1 A2 A3 A4 A5</a:t>
            </a:r>
          </a:p>
          <a:p>
            <a:pPr marL="0" indent="0">
              <a:buNone/>
            </a:pPr>
            <a:r>
              <a:rPr lang="nb-NO" dirty="0"/>
              <a:t>    {0xb0, 0xb1, 0xb2, 0xb3, 0xb4, 0xb5}, 	// B0 B1 B2 B3 B4 B5</a:t>
            </a:r>
          </a:p>
          <a:p>
            <a:pPr marL="0" indent="0">
              <a:buNone/>
            </a:pPr>
            <a:r>
              <a:rPr lang="nb-NO" dirty="0"/>
              <a:t>    {0x4d, 0x3a, 0x99, 0xc3, 0x51, 0xdd}, 	// 4D 3A 99 C3 51 DD</a:t>
            </a:r>
          </a:p>
          <a:p>
            <a:pPr marL="0" indent="0">
              <a:buNone/>
            </a:pPr>
            <a:r>
              <a:rPr lang="nb-NO" dirty="0"/>
              <a:t>    {0x1a, 0x98, 0x2c, 0x7e, 0x45, 0x9a}, 	// 1A 98 2C 7E 45 9A</a:t>
            </a:r>
          </a:p>
          <a:p>
            <a:pPr marL="0" indent="0">
              <a:buNone/>
            </a:pPr>
            <a:r>
              <a:rPr lang="nb-NO" dirty="0"/>
              <a:t>    {0xd3, 0xf7, 0xd3, 0xf7, 0xd3, 0xf7}, 	// D3 F7 D3 F7 D3 F7</a:t>
            </a:r>
          </a:p>
          <a:p>
            <a:pPr marL="0" indent="0">
              <a:buNone/>
            </a:pPr>
            <a:r>
              <a:rPr lang="nb-NO" dirty="0"/>
              <a:t>    {0xaa, 0xbb, 0xcc, 0xdd, 0xee, 0xff}, 	// AA BB CC DD EE FF</a:t>
            </a:r>
          </a:p>
          <a:p>
            <a:pPr marL="0" indent="0">
              <a:buNone/>
            </a:pPr>
            <a:r>
              <a:rPr lang="nb-NO" dirty="0"/>
              <a:t>    {0x00, 0x00, 0x00, 0x00, 0x00, 0x00}  	// 00 00 00 00 00 00</a:t>
            </a:r>
          </a:p>
          <a:p>
            <a:pPr marL="0" indent="0">
              <a:buNone/>
            </a:pPr>
            <a:r>
              <a:rPr lang="nb-NO" dirty="0"/>
              <a:t>};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6ADB9-F598-4D53-974C-A6D3F0F8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24E51-E8D8-D612-0694-215A6F54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3C5E3-1001-ADC7-248F-6A989ACA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7</a:t>
            </a:fld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73543-5D8D-6254-E2C5-0386D99CE6B9}"/>
              </a:ext>
            </a:extLst>
          </p:cNvPr>
          <p:cNvSpPr txBox="1"/>
          <p:nvPr/>
        </p:nvSpPr>
        <p:spPr>
          <a:xfrm>
            <a:off x="457200" y="34786"/>
            <a:ext cx="698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b="1" dirty="0"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RFID</a:t>
            </a:r>
          </a:p>
        </p:txBody>
      </p:sp>
    </p:spTree>
    <p:extLst>
      <p:ext uri="{BB962C8B-B14F-4D97-AF65-F5344CB8AC3E}">
        <p14:creationId xmlns:p14="http://schemas.microsoft.com/office/powerpoint/2010/main" val="507127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7D3B-76F4-D055-B229-FF53536B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Steg 1: </a:t>
            </a:r>
            <a:r>
              <a:rPr lang="nb-NO" dirty="0" err="1"/>
              <a:t>Initialisering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D640-2EF7-4FE6-8591-893AECC66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nb-NO" dirty="0"/>
              <a:t>#include &lt;</a:t>
            </a:r>
            <a:r>
              <a:rPr lang="nb-NO" dirty="0" err="1"/>
              <a:t>SPI.h</a:t>
            </a:r>
            <a:r>
              <a:rPr lang="nb-NO" dirty="0"/>
              <a:t>&gt;</a:t>
            </a:r>
          </a:p>
          <a:p>
            <a:pPr marL="0" indent="0">
              <a:buNone/>
            </a:pPr>
            <a:r>
              <a:rPr lang="nb-NO" dirty="0"/>
              <a:t>#include &lt;MFRC522.h&gt;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#define SS_PIN 10</a:t>
            </a:r>
          </a:p>
          <a:p>
            <a:pPr marL="0" indent="0">
              <a:buNone/>
            </a:pPr>
            <a:r>
              <a:rPr lang="nb-NO" dirty="0"/>
              <a:t>#define RST_PIN 9</a:t>
            </a:r>
          </a:p>
          <a:p>
            <a:pPr marL="0" indent="0">
              <a:buNone/>
            </a:pPr>
            <a:r>
              <a:rPr lang="nb-NO" dirty="0"/>
              <a:t>MFRC522 </a:t>
            </a:r>
            <a:r>
              <a:rPr lang="nb-NO" dirty="0" err="1"/>
              <a:t>rfid</a:t>
            </a:r>
            <a:r>
              <a:rPr lang="nb-NO" dirty="0"/>
              <a:t>(SS_PIN, RST_PIN);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</a:t>
            </a:r>
            <a:r>
              <a:rPr lang="nb-NO" dirty="0" err="1"/>
              <a:t>setup</a:t>
            </a:r>
            <a:r>
              <a:rPr lang="nb-NO" dirty="0"/>
              <a:t>()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Serial.begin</a:t>
            </a:r>
            <a:r>
              <a:rPr lang="nb-NO" dirty="0"/>
              <a:t>(115200);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SPI.begin</a:t>
            </a:r>
            <a:r>
              <a:rPr lang="nb-NO" dirty="0"/>
              <a:t>();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rfid.PCD_Init</a:t>
            </a:r>
            <a:r>
              <a:rPr lang="nb-NO" dirty="0"/>
              <a:t>();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Serial.println</a:t>
            </a:r>
            <a:r>
              <a:rPr lang="nb-NO" dirty="0"/>
              <a:t>("RFID klar.");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  <a:p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BC54-BDA5-FEB2-84E4-C7D838F0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18976-EF95-D8B8-813F-1653F553B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0B739-C12B-1AE1-5702-E208E3E5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9068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4D222-9E1C-1ECC-15DB-4DADDA86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Steg 2: Lese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CA65C-5A87-DBEC-2FB8-6455DD4E6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loop()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if</a:t>
            </a:r>
            <a:r>
              <a:rPr lang="nb-NO" dirty="0"/>
              <a:t> (!</a:t>
            </a:r>
            <a:r>
              <a:rPr lang="nb-NO" dirty="0" err="1"/>
              <a:t>rfid.PICC_IsNewCardPresent</a:t>
            </a:r>
            <a:r>
              <a:rPr lang="nb-NO" dirty="0"/>
              <a:t>()) </a:t>
            </a:r>
            <a:r>
              <a:rPr lang="nb-NO" dirty="0" err="1"/>
              <a:t>return</a:t>
            </a:r>
            <a:r>
              <a:rPr lang="nb-NO" dirty="0"/>
              <a:t>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if</a:t>
            </a:r>
            <a:r>
              <a:rPr lang="nb-NO" dirty="0"/>
              <a:t> (!</a:t>
            </a:r>
            <a:r>
              <a:rPr lang="nb-NO" dirty="0" err="1"/>
              <a:t>rfid.PICC_ReadCardSerial</a:t>
            </a:r>
            <a:r>
              <a:rPr lang="nb-NO" dirty="0"/>
              <a:t>())   </a:t>
            </a:r>
            <a:r>
              <a:rPr lang="nb-NO" dirty="0" err="1"/>
              <a:t>return</a:t>
            </a:r>
            <a:r>
              <a:rPr lang="nb-NO" dirty="0"/>
              <a:t>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Serial.print</a:t>
            </a:r>
            <a:r>
              <a:rPr lang="nb-NO" dirty="0"/>
              <a:t>("UID: ");</a:t>
            </a:r>
          </a:p>
          <a:p>
            <a:pPr marL="0" indent="0">
              <a:buNone/>
            </a:pPr>
            <a:r>
              <a:rPr lang="nb-NO" dirty="0"/>
              <a:t>  for (byte i = 0; i &lt; </a:t>
            </a:r>
            <a:r>
              <a:rPr lang="nb-NO" dirty="0" err="1"/>
              <a:t>rfid.uid.size</a:t>
            </a:r>
            <a:r>
              <a:rPr lang="nb-NO" dirty="0"/>
              <a:t>; i++) {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if</a:t>
            </a:r>
            <a:r>
              <a:rPr lang="nb-NO" dirty="0"/>
              <a:t> (</a:t>
            </a:r>
            <a:r>
              <a:rPr lang="nb-NO" dirty="0" err="1"/>
              <a:t>rfid.uid.uidByte</a:t>
            </a:r>
            <a:r>
              <a:rPr lang="nb-NO" dirty="0"/>
              <a:t>[i] &lt; 0x10) </a:t>
            </a:r>
            <a:r>
              <a:rPr lang="nb-NO" dirty="0" err="1"/>
              <a:t>Serial.print</a:t>
            </a:r>
            <a:r>
              <a:rPr lang="nb-NO" dirty="0"/>
              <a:t>('0');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Serial.print</a:t>
            </a:r>
            <a:r>
              <a:rPr lang="nb-NO" dirty="0"/>
              <a:t>(</a:t>
            </a:r>
            <a:r>
              <a:rPr lang="nb-NO" dirty="0" err="1"/>
              <a:t>rfid.uid.uidByte</a:t>
            </a:r>
            <a:r>
              <a:rPr lang="nb-NO" dirty="0"/>
              <a:t>[i], HEX);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if</a:t>
            </a:r>
            <a:r>
              <a:rPr lang="nb-NO" dirty="0"/>
              <a:t> (i &lt; </a:t>
            </a:r>
            <a:r>
              <a:rPr lang="nb-NO" dirty="0" err="1"/>
              <a:t>rfid.uid.size</a:t>
            </a:r>
            <a:r>
              <a:rPr lang="nb-NO" dirty="0"/>
              <a:t> - 1) </a:t>
            </a:r>
            <a:r>
              <a:rPr lang="nb-NO" dirty="0" err="1"/>
              <a:t>Serial.print</a:t>
            </a:r>
            <a:r>
              <a:rPr lang="nb-NO" dirty="0"/>
              <a:t>(':');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Serial.println</a:t>
            </a:r>
            <a:r>
              <a:rPr lang="nb-NO" dirty="0"/>
              <a:t>();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rfid.PICC_HaltA</a:t>
            </a:r>
            <a:r>
              <a:rPr lang="nb-NO" dirty="0"/>
              <a:t>();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delay</a:t>
            </a:r>
            <a:r>
              <a:rPr lang="nb-NO" dirty="0"/>
              <a:t>(250);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  <a:p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D342D-6176-F471-3668-447994EB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ECFC2-1EF8-6F0B-364B-0717499AA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D5C10-FCCA-340A-B1F3-598D81E7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6780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6FCF-E6A5-2819-AFF4-17BD28655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Steg 3: Sjekke om tillatt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D2F4A-88D7-4553-6C0A-3C395B75F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nb-NO" dirty="0"/>
              <a:t>// Eksempel: lagre som 7-byte </a:t>
            </a:r>
            <a:r>
              <a:rPr lang="nb-NO" dirty="0" err="1"/>
              <a:t>max</a:t>
            </a:r>
            <a:r>
              <a:rPr lang="nb-NO" dirty="0"/>
              <a:t>, </a:t>
            </a:r>
            <a:r>
              <a:rPr lang="nb-NO" dirty="0" err="1"/>
              <a:t>pad</a:t>
            </a:r>
            <a:r>
              <a:rPr lang="nb-NO" dirty="0"/>
              <a:t> med 0x00</a:t>
            </a:r>
          </a:p>
          <a:p>
            <a:pPr marL="0" indent="0">
              <a:buNone/>
            </a:pPr>
            <a:r>
              <a:rPr lang="nb-NO" dirty="0" err="1"/>
              <a:t>const</a:t>
            </a:r>
            <a:r>
              <a:rPr lang="nb-NO" dirty="0"/>
              <a:t> byte ALLOWED[][7] = {</a:t>
            </a:r>
          </a:p>
          <a:p>
            <a:pPr marL="0" indent="0">
              <a:buNone/>
            </a:pPr>
            <a:r>
              <a:rPr lang="nb-NO" dirty="0"/>
              <a:t>  {0xA1,0xB2,0xC3,0xD4,0x00,0x00,0x00},</a:t>
            </a:r>
          </a:p>
          <a:p>
            <a:pPr marL="0" indent="0">
              <a:buNone/>
            </a:pPr>
            <a:r>
              <a:rPr lang="nb-NO" dirty="0"/>
              <a:t>  {0x04,0x12,0x34,0x56,0x78,0x9A,0xBC}</a:t>
            </a:r>
          </a:p>
          <a:p>
            <a:pPr marL="0" indent="0">
              <a:buNone/>
            </a:pPr>
            <a:r>
              <a:rPr lang="nb-NO" dirty="0"/>
              <a:t>};</a:t>
            </a:r>
          </a:p>
          <a:p>
            <a:pPr marL="0" indent="0">
              <a:buNone/>
            </a:pPr>
            <a:r>
              <a:rPr lang="nb-NO" dirty="0" err="1"/>
              <a:t>const</a:t>
            </a:r>
            <a:r>
              <a:rPr lang="nb-NO" dirty="0"/>
              <a:t> byte ALLOWED_LEN[] = {4,7};</a:t>
            </a:r>
          </a:p>
          <a:p>
            <a:pPr marL="0" indent="0">
              <a:buNone/>
            </a:pPr>
            <a:r>
              <a:rPr lang="nb-NO" dirty="0" err="1"/>
              <a:t>const</a:t>
            </a:r>
            <a:r>
              <a:rPr lang="nb-NO" dirty="0"/>
              <a:t> </a:t>
            </a:r>
            <a:r>
              <a:rPr lang="nb-NO" dirty="0" err="1"/>
              <a:t>int</a:t>
            </a:r>
            <a:r>
              <a:rPr lang="nb-NO" dirty="0"/>
              <a:t>  ALLOWED_COUNT = 2;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bool</a:t>
            </a:r>
            <a:r>
              <a:rPr lang="nb-NO" dirty="0"/>
              <a:t> </a:t>
            </a:r>
            <a:r>
              <a:rPr lang="nb-NO" dirty="0" err="1"/>
              <a:t>isAllowed</a:t>
            </a:r>
            <a:r>
              <a:rPr lang="nb-NO" dirty="0"/>
              <a:t>(</a:t>
            </a:r>
            <a:r>
              <a:rPr lang="nb-NO" dirty="0" err="1"/>
              <a:t>const</a:t>
            </a:r>
            <a:r>
              <a:rPr lang="nb-NO" dirty="0"/>
              <a:t> byte *</a:t>
            </a:r>
            <a:r>
              <a:rPr lang="nb-NO" dirty="0" err="1"/>
              <a:t>uid</a:t>
            </a:r>
            <a:r>
              <a:rPr lang="nb-NO" dirty="0"/>
              <a:t>, byte len) {</a:t>
            </a:r>
          </a:p>
          <a:p>
            <a:pPr marL="0" indent="0">
              <a:buNone/>
            </a:pPr>
            <a:r>
              <a:rPr lang="nb-NO" dirty="0"/>
              <a:t>  for (</a:t>
            </a:r>
            <a:r>
              <a:rPr lang="nb-NO" dirty="0" err="1"/>
              <a:t>int</a:t>
            </a:r>
            <a:r>
              <a:rPr lang="nb-NO" dirty="0"/>
              <a:t> i=0;i&lt;</a:t>
            </a:r>
            <a:r>
              <a:rPr lang="nb-NO" dirty="0" err="1"/>
              <a:t>ALLOWED_COUNT;i</a:t>
            </a:r>
            <a:r>
              <a:rPr lang="nb-NO" dirty="0"/>
              <a:t>++) {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if</a:t>
            </a:r>
            <a:r>
              <a:rPr lang="nb-NO" dirty="0"/>
              <a:t> (len != ALLOWED_LEN[i]) </a:t>
            </a:r>
            <a:r>
              <a:rPr lang="nb-NO" dirty="0" err="1"/>
              <a:t>continue</a:t>
            </a:r>
            <a:r>
              <a:rPr lang="nb-NO" dirty="0"/>
              <a:t>;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bool</a:t>
            </a:r>
            <a:r>
              <a:rPr lang="nb-NO" dirty="0"/>
              <a:t> match = true;</a:t>
            </a:r>
          </a:p>
          <a:p>
            <a:pPr marL="0" indent="0">
              <a:buNone/>
            </a:pPr>
            <a:r>
              <a:rPr lang="nb-NO" dirty="0"/>
              <a:t>    for (byte j=0;j&lt;</a:t>
            </a:r>
            <a:r>
              <a:rPr lang="nb-NO" dirty="0" err="1"/>
              <a:t>len;j</a:t>
            </a:r>
            <a:r>
              <a:rPr lang="nb-NO" dirty="0"/>
              <a:t>++) </a:t>
            </a:r>
            <a:r>
              <a:rPr lang="nb-NO" dirty="0" err="1"/>
              <a:t>if</a:t>
            </a:r>
            <a:r>
              <a:rPr lang="nb-NO" dirty="0"/>
              <a:t> (</a:t>
            </a:r>
            <a:r>
              <a:rPr lang="nb-NO" dirty="0" err="1"/>
              <a:t>uid</a:t>
            </a:r>
            <a:r>
              <a:rPr lang="nb-NO" dirty="0"/>
              <a:t>[j] != ALLOWED[i][j]) { match=false; break; }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if</a:t>
            </a:r>
            <a:r>
              <a:rPr lang="nb-NO" dirty="0"/>
              <a:t> (match) </a:t>
            </a:r>
            <a:r>
              <a:rPr lang="nb-NO" dirty="0" err="1"/>
              <a:t>return</a:t>
            </a:r>
            <a:r>
              <a:rPr lang="nb-NO" dirty="0"/>
              <a:t> true;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return</a:t>
            </a:r>
            <a:r>
              <a:rPr lang="nb-NO" dirty="0"/>
              <a:t> false;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70B97-89F9-1BB4-8796-0AB49C677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26FA5-7763-C16D-0E9C-F8D85A1BF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8A071-3E85-5394-096A-9C2D3870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5622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B133-AA92-8F6F-8453-883B6386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Oppgave: Lag en kortleser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C3B4C-AC0B-7F49-3B2C-FF48FE003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Du skal lage et enkelt adgangssystem ved hjelp av RFID.</a:t>
            </a:r>
          </a:p>
          <a:p>
            <a:pPr marL="0" indent="0">
              <a:buNone/>
            </a:pPr>
            <a:r>
              <a:rPr lang="nb-NO" dirty="0"/>
              <a:t>Leseren skal registrere kort fra personer som vil inn.</a:t>
            </a:r>
          </a:p>
          <a:p>
            <a:pPr marL="0" indent="0">
              <a:buNone/>
            </a:pPr>
            <a:r>
              <a:rPr lang="nb-NO" dirty="0"/>
              <a:t>Bare to forhåndsdefinerte kort skal gi adgang (de er “registrerte brukere”).</a:t>
            </a:r>
          </a:p>
          <a:p>
            <a:pPr marL="0" indent="0">
              <a:buNone/>
            </a:pPr>
            <a:r>
              <a:rPr lang="nb-NO" dirty="0"/>
              <a:t>Systemet skal vise status med en LED eller en liten skjerm:</a:t>
            </a:r>
          </a:p>
          <a:p>
            <a:pPr marL="457200" lvl="1" indent="0">
              <a:buNone/>
            </a:pPr>
            <a:r>
              <a:rPr lang="nb-NO" dirty="0"/>
              <a:t>Grønt lys / “Adgang godkjent”</a:t>
            </a:r>
          </a:p>
          <a:p>
            <a:pPr marL="457200" lvl="1" indent="0">
              <a:buNone/>
            </a:pPr>
            <a:r>
              <a:rPr lang="nb-NO" dirty="0"/>
              <a:t>Rødt lys / “Avvist”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DD962-D7B2-6456-8866-33B9387B8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03.11.2025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3C43-C1A6-DE5E-F4B5-C463235AB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A4938-9374-F7BC-B954-3DF43BFF6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1191094"/>
      </p:ext>
    </p:extLst>
  </p:cSld>
  <p:clrMapOvr>
    <a:masterClrMapping/>
  </p:clrMapOvr>
</p:sld>
</file>

<file path=ppt/theme/theme1.xml><?xml version="1.0" encoding="utf-8"?>
<a:theme xmlns:a="http://schemas.openxmlformats.org/drawingml/2006/main" name="HIOF-template-7.13.Presentasjonsmal-NOR-v.0.0.3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83180C750DED49832A828A345BD068" ma:contentTypeVersion="16" ma:contentTypeDescription="Opprett et nytt dokument." ma:contentTypeScope="" ma:versionID="0ffaa19da4f66163451a89d5c36b2850">
  <xsd:schema xmlns:xsd="http://www.w3.org/2001/XMLSchema" xmlns:xs="http://www.w3.org/2001/XMLSchema" xmlns:p="http://schemas.microsoft.com/office/2006/metadata/properties" xmlns:ns3="b44559a2-a91c-4b3d-9b02-34bf4e41e8de" xmlns:ns4="46d65abe-389b-4595-a034-c32f88a2f72f" targetNamespace="http://schemas.microsoft.com/office/2006/metadata/properties" ma:root="true" ma:fieldsID="effdf5abe430e858cc173ba807cbedc6" ns3:_="" ns4:_="">
    <xsd:import namespace="b44559a2-a91c-4b3d-9b02-34bf4e41e8de"/>
    <xsd:import namespace="46d65abe-389b-4595-a034-c32f88a2f72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4559a2-a91c-4b3d-9b02-34bf4e41e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65abe-389b-4595-a034-c32f88a2f72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4559a2-a91c-4b3d-9b02-34bf4e41e8d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A313DA-7499-44CA-9284-9D5B4533FEB0}">
  <ds:schemaRefs>
    <ds:schemaRef ds:uri="46d65abe-389b-4595-a034-c32f88a2f72f"/>
    <ds:schemaRef ds:uri="b44559a2-a91c-4b3d-9b02-34bf4e41e8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0A1235-4F99-4957-98A9-279FBCDCAF1B}">
  <ds:schemaRefs>
    <ds:schemaRef ds:uri="http://www.w3.org/XML/1998/namespace"/>
    <ds:schemaRef ds:uri="46d65abe-389b-4595-a034-c32f88a2f72f"/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b44559a2-a91c-4b3d-9b02-34bf4e41e8de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D0EBD75-8E1C-48FC-9758-5998BD7A9BD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3221735-26b9-4eac-ad0f-4721757a50f8}" enabled="0" method="" siteId="{e3221735-26b9-4eac-ad0f-4721757a50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HIOF-template-7.13.Presentasjonsmal-NOR-v.0.0.3.potx</Template>
  <TotalTime>1449</TotalTime>
  <Words>1021</Words>
  <Application>Microsoft Office PowerPoint</Application>
  <PresentationFormat>Skjermfremvisning (16:9)</PresentationFormat>
  <Paragraphs>149</Paragraphs>
  <Slides>11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11</vt:i4>
      </vt:variant>
    </vt:vector>
  </HeadingPairs>
  <TitlesOfParts>
    <vt:vector size="15" baseType="lpstr">
      <vt:lpstr>Arial</vt:lpstr>
      <vt:lpstr>Calibri</vt:lpstr>
      <vt:lpstr>Source Sans Pro</vt:lpstr>
      <vt:lpstr>HIOF-template-7.13.Presentasjonsmal-NOR-v.0.0.3</vt:lpstr>
      <vt:lpstr>Radiofrekvensidentifikasjon (RFID) Serial Peripheral Interface (SPI)</vt:lpstr>
      <vt:lpstr>RFID-RC522</vt:lpstr>
      <vt:lpstr>Hva er SPI?</vt:lpstr>
      <vt:lpstr>Roller og signaler</vt:lpstr>
      <vt:lpstr>Hva er RFID?</vt:lpstr>
      <vt:lpstr>Bibliotek og oppsett</vt:lpstr>
      <vt:lpstr>Datatypen byte (med datastrukturen Array)</vt:lpstr>
      <vt:lpstr>Steg 1: Initialisering</vt:lpstr>
      <vt:lpstr>Steg 2: Lese data</vt:lpstr>
      <vt:lpstr>Steg 3: Sjekke om tillatt</vt:lpstr>
      <vt:lpstr>Oppgave: Lag en kortleser</vt:lpstr>
    </vt:vector>
  </TitlesOfParts>
  <Manager/>
  <Company>The Pitch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HIOF-template-7.13.Presentasjonsmal</dc:title>
  <dc:subject/>
  <dc:creator>Karine Strand Andresen</dc:creator>
  <cp:keywords/>
  <dc:description/>
  <cp:lastModifiedBy>Martin Arthur Andersen</cp:lastModifiedBy>
  <cp:revision>4</cp:revision>
  <dcterms:created xsi:type="dcterms:W3CDTF">2015-06-11T22:12:29Z</dcterms:created>
  <dcterms:modified xsi:type="dcterms:W3CDTF">2025-11-03T09:49:22Z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0x0101000883180C750DED49832A828A345BD068</vt:lpwstr>
  </property>
  <property fmtid="{D5CDD505-2E9C-101B-9397-08002B2CF9AE}" pid="3" name="MediaServiceImageTags">
    <vt:lpwstr/>
  </property>
</Properties>
</file>