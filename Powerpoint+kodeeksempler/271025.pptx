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4"/>
  </p:sldMasterIdLst>
  <p:notesMasterIdLst>
    <p:notesMasterId r:id="rId41"/>
  </p:notesMasterIdLst>
  <p:handoutMasterIdLst>
    <p:handoutMasterId r:id="rId42"/>
  </p:handoutMasterIdLst>
  <p:sldIdLst>
    <p:sldId id="258" r:id="rId5"/>
    <p:sldId id="265" r:id="rId6"/>
    <p:sldId id="259" r:id="rId7"/>
    <p:sldId id="260" r:id="rId8"/>
    <p:sldId id="289" r:id="rId9"/>
    <p:sldId id="261" r:id="rId10"/>
    <p:sldId id="262" r:id="rId11"/>
    <p:sldId id="280" r:id="rId12"/>
    <p:sldId id="272" r:id="rId13"/>
    <p:sldId id="271" r:id="rId14"/>
    <p:sldId id="273" r:id="rId15"/>
    <p:sldId id="274" r:id="rId16"/>
    <p:sldId id="279" r:id="rId17"/>
    <p:sldId id="288" r:id="rId18"/>
    <p:sldId id="291" r:id="rId19"/>
    <p:sldId id="278" r:id="rId20"/>
    <p:sldId id="277" r:id="rId21"/>
    <p:sldId id="275" r:id="rId22"/>
    <p:sldId id="292" r:id="rId23"/>
    <p:sldId id="276" r:id="rId24"/>
    <p:sldId id="263" r:id="rId25"/>
    <p:sldId id="266" r:id="rId26"/>
    <p:sldId id="267" r:id="rId27"/>
    <p:sldId id="268" r:id="rId28"/>
    <p:sldId id="269" r:id="rId29"/>
    <p:sldId id="270" r:id="rId30"/>
    <p:sldId id="264" r:id="rId31"/>
    <p:sldId id="293" r:id="rId32"/>
    <p:sldId id="290" r:id="rId33"/>
    <p:sldId id="281" r:id="rId34"/>
    <p:sldId id="282" r:id="rId35"/>
    <p:sldId id="283" r:id="rId36"/>
    <p:sldId id="284" r:id="rId37"/>
    <p:sldId id="285" r:id="rId38"/>
    <p:sldId id="286" r:id="rId39"/>
    <p:sldId id="287" r:id="rId40"/>
  </p:sldIdLst>
  <p:sldSz cx="9144000" cy="5143500" type="screen16x9"/>
  <p:notesSz cx="6858000" cy="9144000"/>
  <p:defaultTextStyle>
    <a:defPPr>
      <a:defRPr lang="nb-NO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F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05873B-9A68-4830-B9B1-8A125F5D95E9}" v="62" dt="2025-10-27T10:56:15.7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2" d="100"/>
          <a:sy n="132" d="100"/>
        </p:scale>
        <p:origin x="132" y="22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 Arthur Andersen" userId="978b804b-c051-4d79-a4a3-02cf7427b67f" providerId="ADAL" clId="{89463D13-F624-49B8-89C1-5E8BC87ADD15}"/>
    <pc:docChg chg="undo custSel addSld delSld modSld sldOrd">
      <pc:chgData name="Martin Arthur Andersen" userId="978b804b-c051-4d79-a4a3-02cf7427b67f" providerId="ADAL" clId="{89463D13-F624-49B8-89C1-5E8BC87ADD15}" dt="2025-10-27T10:56:15.767" v="486"/>
      <pc:docMkLst>
        <pc:docMk/>
      </pc:docMkLst>
      <pc:sldChg chg="modSp">
        <pc:chgData name="Martin Arthur Andersen" userId="978b804b-c051-4d79-a4a3-02cf7427b67f" providerId="ADAL" clId="{89463D13-F624-49B8-89C1-5E8BC87ADD15}" dt="2025-10-27T10:05:11.930" v="0"/>
        <pc:sldMkLst>
          <pc:docMk/>
          <pc:sldMk cId="3626808594" sldId="261"/>
        </pc:sldMkLst>
        <pc:spChg chg="mod">
          <ac:chgData name="Martin Arthur Andersen" userId="978b804b-c051-4d79-a4a3-02cf7427b67f" providerId="ADAL" clId="{89463D13-F624-49B8-89C1-5E8BC87ADD15}" dt="2025-10-27T10:05:11.930" v="0"/>
          <ac:spMkLst>
            <pc:docMk/>
            <pc:sldMk cId="3626808594" sldId="261"/>
            <ac:spMk id="5" creationId="{53267C24-1D6C-1FFF-FE51-1BFB2B429B62}"/>
          </ac:spMkLst>
        </pc:spChg>
      </pc:sldChg>
      <pc:sldChg chg="addSp modSp mod modClrScheme chgLayout">
        <pc:chgData name="Martin Arthur Andersen" userId="978b804b-c051-4d79-a4a3-02cf7427b67f" providerId="ADAL" clId="{89463D13-F624-49B8-89C1-5E8BC87ADD15}" dt="2025-10-27T10:37:01.356" v="481" actId="26606"/>
        <pc:sldMkLst>
          <pc:docMk/>
          <pc:sldMk cId="1220477099" sldId="263"/>
        </pc:sldMkLst>
        <pc:spChg chg="mod">
          <ac:chgData name="Martin Arthur Andersen" userId="978b804b-c051-4d79-a4a3-02cf7427b67f" providerId="ADAL" clId="{89463D13-F624-49B8-89C1-5E8BC87ADD15}" dt="2025-10-27T10:37:01.356" v="481" actId="26606"/>
          <ac:spMkLst>
            <pc:docMk/>
            <pc:sldMk cId="1220477099" sldId="263"/>
            <ac:spMk id="2" creationId="{AA8ED7FF-ACC8-3E11-F268-270B3CFC0105}"/>
          </ac:spMkLst>
        </pc:spChg>
        <pc:spChg chg="mod">
          <ac:chgData name="Martin Arthur Andersen" userId="978b804b-c051-4d79-a4a3-02cf7427b67f" providerId="ADAL" clId="{89463D13-F624-49B8-89C1-5E8BC87ADD15}" dt="2025-10-27T10:37:01.356" v="481" actId="26606"/>
          <ac:spMkLst>
            <pc:docMk/>
            <pc:sldMk cId="1220477099" sldId="263"/>
            <ac:spMk id="3" creationId="{B31C8128-8024-96F6-0EA5-8226952BCDA4}"/>
          </ac:spMkLst>
        </pc:spChg>
        <pc:spChg chg="mod">
          <ac:chgData name="Martin Arthur Andersen" userId="978b804b-c051-4d79-a4a3-02cf7427b67f" providerId="ADAL" clId="{89463D13-F624-49B8-89C1-5E8BC87ADD15}" dt="2025-10-27T10:37:01.356" v="481" actId="26606"/>
          <ac:spMkLst>
            <pc:docMk/>
            <pc:sldMk cId="1220477099" sldId="263"/>
            <ac:spMk id="4" creationId="{ED79D7B8-ECC6-06B4-7BB8-5FB728A91B60}"/>
          </ac:spMkLst>
        </pc:spChg>
        <pc:spChg chg="mod">
          <ac:chgData name="Martin Arthur Andersen" userId="978b804b-c051-4d79-a4a3-02cf7427b67f" providerId="ADAL" clId="{89463D13-F624-49B8-89C1-5E8BC87ADD15}" dt="2025-10-27T10:37:01.356" v="481" actId="26606"/>
          <ac:spMkLst>
            <pc:docMk/>
            <pc:sldMk cId="1220477099" sldId="263"/>
            <ac:spMk id="5" creationId="{AE7C8615-1549-599D-4156-ED44DC3C08B7}"/>
          </ac:spMkLst>
        </pc:spChg>
        <pc:spChg chg="mod">
          <ac:chgData name="Martin Arthur Andersen" userId="978b804b-c051-4d79-a4a3-02cf7427b67f" providerId="ADAL" clId="{89463D13-F624-49B8-89C1-5E8BC87ADD15}" dt="2025-10-27T10:37:01.356" v="481" actId="26606"/>
          <ac:spMkLst>
            <pc:docMk/>
            <pc:sldMk cId="1220477099" sldId="263"/>
            <ac:spMk id="6" creationId="{32D7BD92-D8C0-ADDD-7A10-F24C074EAA42}"/>
          </ac:spMkLst>
        </pc:spChg>
        <pc:picChg chg="add mod ord modCrop">
          <ac:chgData name="Martin Arthur Andersen" userId="978b804b-c051-4d79-a4a3-02cf7427b67f" providerId="ADAL" clId="{89463D13-F624-49B8-89C1-5E8BC87ADD15}" dt="2025-10-27T10:37:01.356" v="481" actId="26606"/>
          <ac:picMkLst>
            <pc:docMk/>
            <pc:sldMk cId="1220477099" sldId="263"/>
            <ac:picMk id="8" creationId="{D936D1F1-D935-31EA-C85A-DD035947001E}"/>
          </ac:picMkLst>
        </pc:picChg>
      </pc:sldChg>
      <pc:sldChg chg="modSp">
        <pc:chgData name="Martin Arthur Andersen" userId="978b804b-c051-4d79-a4a3-02cf7427b67f" providerId="ADAL" clId="{89463D13-F624-49B8-89C1-5E8BC87ADD15}" dt="2025-10-27T10:05:34.109" v="9"/>
        <pc:sldMkLst>
          <pc:docMk/>
          <pc:sldMk cId="3586252986" sldId="264"/>
        </pc:sldMkLst>
        <pc:spChg chg="mod">
          <ac:chgData name="Martin Arthur Andersen" userId="978b804b-c051-4d79-a4a3-02cf7427b67f" providerId="ADAL" clId="{89463D13-F624-49B8-89C1-5E8BC87ADD15}" dt="2025-10-27T10:05:34.109" v="9"/>
          <ac:spMkLst>
            <pc:docMk/>
            <pc:sldMk cId="3586252986" sldId="264"/>
            <ac:spMk id="5" creationId="{5E28E0A4-A3F1-D7B5-713E-492502C03BD4}"/>
          </ac:spMkLst>
        </pc:spChg>
      </pc:sldChg>
      <pc:sldChg chg="modSp">
        <pc:chgData name="Martin Arthur Andersen" userId="978b804b-c051-4d79-a4a3-02cf7427b67f" providerId="ADAL" clId="{89463D13-F624-49B8-89C1-5E8BC87ADD15}" dt="2025-10-27T10:30:08.118" v="375"/>
        <pc:sldMkLst>
          <pc:docMk/>
          <pc:sldMk cId="1052897613" sldId="266"/>
        </pc:sldMkLst>
        <pc:spChg chg="mod">
          <ac:chgData name="Martin Arthur Andersen" userId="978b804b-c051-4d79-a4a3-02cf7427b67f" providerId="ADAL" clId="{89463D13-F624-49B8-89C1-5E8BC87ADD15}" dt="2025-10-27T10:30:08.118" v="375"/>
          <ac:spMkLst>
            <pc:docMk/>
            <pc:sldMk cId="1052897613" sldId="266"/>
            <ac:spMk id="5" creationId="{92A234A9-41D2-2EAC-215C-5EFC13D2FF24}"/>
          </ac:spMkLst>
        </pc:spChg>
      </pc:sldChg>
      <pc:sldChg chg="modSp">
        <pc:chgData name="Martin Arthur Andersen" userId="978b804b-c051-4d79-a4a3-02cf7427b67f" providerId="ADAL" clId="{89463D13-F624-49B8-89C1-5E8BC87ADD15}" dt="2025-10-27T10:05:24.957" v="3"/>
        <pc:sldMkLst>
          <pc:docMk/>
          <pc:sldMk cId="3379120306" sldId="267"/>
        </pc:sldMkLst>
        <pc:spChg chg="mod">
          <ac:chgData name="Martin Arthur Andersen" userId="978b804b-c051-4d79-a4a3-02cf7427b67f" providerId="ADAL" clId="{89463D13-F624-49B8-89C1-5E8BC87ADD15}" dt="2025-10-27T10:05:24.957" v="3"/>
          <ac:spMkLst>
            <pc:docMk/>
            <pc:sldMk cId="3379120306" sldId="267"/>
            <ac:spMk id="5" creationId="{166121DD-63EE-910B-5D9B-9FA16B024267}"/>
          </ac:spMkLst>
        </pc:spChg>
      </pc:sldChg>
      <pc:sldChg chg="modSp">
        <pc:chgData name="Martin Arthur Andersen" userId="978b804b-c051-4d79-a4a3-02cf7427b67f" providerId="ADAL" clId="{89463D13-F624-49B8-89C1-5E8BC87ADD15}" dt="2025-10-27T10:05:27.163" v="4"/>
        <pc:sldMkLst>
          <pc:docMk/>
          <pc:sldMk cId="1195335781" sldId="268"/>
        </pc:sldMkLst>
        <pc:spChg chg="mod">
          <ac:chgData name="Martin Arthur Andersen" userId="978b804b-c051-4d79-a4a3-02cf7427b67f" providerId="ADAL" clId="{89463D13-F624-49B8-89C1-5E8BC87ADD15}" dt="2025-10-27T10:05:27.163" v="4"/>
          <ac:spMkLst>
            <pc:docMk/>
            <pc:sldMk cId="1195335781" sldId="268"/>
            <ac:spMk id="5" creationId="{793EBB1E-1E39-D870-B41F-FE1C47E0E7A2}"/>
          </ac:spMkLst>
        </pc:spChg>
      </pc:sldChg>
      <pc:sldChg chg="addSp delSp modSp mod">
        <pc:chgData name="Martin Arthur Andersen" userId="978b804b-c051-4d79-a4a3-02cf7427b67f" providerId="ADAL" clId="{89463D13-F624-49B8-89C1-5E8BC87ADD15}" dt="2025-10-27T10:05:30.267" v="7"/>
        <pc:sldMkLst>
          <pc:docMk/>
          <pc:sldMk cId="1064990461" sldId="269"/>
        </pc:sldMkLst>
        <pc:spChg chg="mod">
          <ac:chgData name="Martin Arthur Andersen" userId="978b804b-c051-4d79-a4a3-02cf7427b67f" providerId="ADAL" clId="{89463D13-F624-49B8-89C1-5E8BC87ADD15}" dt="2025-10-27T10:05:30.267" v="7"/>
          <ac:spMkLst>
            <pc:docMk/>
            <pc:sldMk cId="1064990461" sldId="269"/>
            <ac:spMk id="5" creationId="{6ED19A05-96A7-D618-6C2A-DA356CA4EAD3}"/>
          </ac:spMkLst>
        </pc:spChg>
        <pc:spChg chg="add del">
          <ac:chgData name="Martin Arthur Andersen" userId="978b804b-c051-4d79-a4a3-02cf7427b67f" providerId="ADAL" clId="{89463D13-F624-49B8-89C1-5E8BC87ADD15}" dt="2025-10-27T10:05:29.084" v="6" actId="22"/>
          <ac:spMkLst>
            <pc:docMk/>
            <pc:sldMk cId="1064990461" sldId="269"/>
            <ac:spMk id="8" creationId="{80581678-C11C-8B2F-C33C-E694A0A8EE78}"/>
          </ac:spMkLst>
        </pc:spChg>
      </pc:sldChg>
      <pc:sldChg chg="modSp">
        <pc:chgData name="Martin Arthur Andersen" userId="978b804b-c051-4d79-a4a3-02cf7427b67f" providerId="ADAL" clId="{89463D13-F624-49B8-89C1-5E8BC87ADD15}" dt="2025-10-27T10:05:31.919" v="8"/>
        <pc:sldMkLst>
          <pc:docMk/>
          <pc:sldMk cId="2996588672" sldId="270"/>
        </pc:sldMkLst>
        <pc:spChg chg="mod">
          <ac:chgData name="Martin Arthur Andersen" userId="978b804b-c051-4d79-a4a3-02cf7427b67f" providerId="ADAL" clId="{89463D13-F624-49B8-89C1-5E8BC87ADD15}" dt="2025-10-27T10:05:31.919" v="8"/>
          <ac:spMkLst>
            <pc:docMk/>
            <pc:sldMk cId="2996588672" sldId="270"/>
            <ac:spMk id="5" creationId="{024D2D8C-DA4B-9822-FECB-CFA63ACC64A4}"/>
          </ac:spMkLst>
        </pc:spChg>
      </pc:sldChg>
      <pc:sldChg chg="modSp">
        <pc:chgData name="Martin Arthur Andersen" userId="978b804b-c051-4d79-a4a3-02cf7427b67f" providerId="ADAL" clId="{89463D13-F624-49B8-89C1-5E8BC87ADD15}" dt="2025-10-27T10:05:19.212" v="1"/>
        <pc:sldMkLst>
          <pc:docMk/>
          <pc:sldMk cId="2880699183" sldId="276"/>
        </pc:sldMkLst>
        <pc:spChg chg="mod">
          <ac:chgData name="Martin Arthur Andersen" userId="978b804b-c051-4d79-a4a3-02cf7427b67f" providerId="ADAL" clId="{89463D13-F624-49B8-89C1-5E8BC87ADD15}" dt="2025-10-27T10:05:19.212" v="1"/>
          <ac:spMkLst>
            <pc:docMk/>
            <pc:sldMk cId="2880699183" sldId="276"/>
            <ac:spMk id="4" creationId="{3A4BDAF6-018C-2C43-F523-5DED4D4BDE12}"/>
          </ac:spMkLst>
        </pc:spChg>
      </pc:sldChg>
      <pc:sldChg chg="modSp mod">
        <pc:chgData name="Martin Arthur Andersen" userId="978b804b-c051-4d79-a4a3-02cf7427b67f" providerId="ADAL" clId="{89463D13-F624-49B8-89C1-5E8BC87ADD15}" dt="2025-10-27T10:27:48.074" v="331" actId="20577"/>
        <pc:sldMkLst>
          <pc:docMk/>
          <pc:sldMk cId="3248815952" sldId="279"/>
        </pc:sldMkLst>
        <pc:spChg chg="mod">
          <ac:chgData name="Martin Arthur Andersen" userId="978b804b-c051-4d79-a4a3-02cf7427b67f" providerId="ADAL" clId="{89463D13-F624-49B8-89C1-5E8BC87ADD15}" dt="2025-10-27T10:27:48.074" v="331" actId="20577"/>
          <ac:spMkLst>
            <pc:docMk/>
            <pc:sldMk cId="3248815952" sldId="279"/>
            <ac:spMk id="3" creationId="{E2D0A26D-B932-A05D-33DF-9C07D9EB9958}"/>
          </ac:spMkLst>
        </pc:spChg>
      </pc:sldChg>
      <pc:sldChg chg="modSp new mod">
        <pc:chgData name="Martin Arthur Andersen" userId="978b804b-c051-4d79-a4a3-02cf7427b67f" providerId="ADAL" clId="{89463D13-F624-49B8-89C1-5E8BC87ADD15}" dt="2025-10-27T10:11:55.844" v="122"/>
        <pc:sldMkLst>
          <pc:docMk/>
          <pc:sldMk cId="1107238052" sldId="281"/>
        </pc:sldMkLst>
        <pc:spChg chg="mod">
          <ac:chgData name="Martin Arthur Andersen" userId="978b804b-c051-4d79-a4a3-02cf7427b67f" providerId="ADAL" clId="{89463D13-F624-49B8-89C1-5E8BC87ADD15}" dt="2025-10-27T10:07:49.234" v="14"/>
          <ac:spMkLst>
            <pc:docMk/>
            <pc:sldMk cId="1107238052" sldId="281"/>
            <ac:spMk id="2" creationId="{8E966E5F-38AE-7C93-B63E-A3D985878435}"/>
          </ac:spMkLst>
        </pc:spChg>
        <pc:spChg chg="mod">
          <ac:chgData name="Martin Arthur Andersen" userId="978b804b-c051-4d79-a4a3-02cf7427b67f" providerId="ADAL" clId="{89463D13-F624-49B8-89C1-5E8BC87ADD15}" dt="2025-10-27T10:07:42.773" v="12"/>
          <ac:spMkLst>
            <pc:docMk/>
            <pc:sldMk cId="1107238052" sldId="281"/>
            <ac:spMk id="3" creationId="{D6C3D15B-0408-2183-B428-17D6255C2BF7}"/>
          </ac:spMkLst>
        </pc:spChg>
        <pc:spChg chg="mod">
          <ac:chgData name="Martin Arthur Andersen" userId="978b804b-c051-4d79-a4a3-02cf7427b67f" providerId="ADAL" clId="{89463D13-F624-49B8-89C1-5E8BC87ADD15}" dt="2025-10-27T10:11:55.844" v="122"/>
          <ac:spMkLst>
            <pc:docMk/>
            <pc:sldMk cId="1107238052" sldId="281"/>
            <ac:spMk id="5" creationId="{3DFD12A3-8116-53FF-E127-C173FA1C1A46}"/>
          </ac:spMkLst>
        </pc:spChg>
      </pc:sldChg>
      <pc:sldChg chg="modSp new mod">
        <pc:chgData name="Martin Arthur Andersen" userId="978b804b-c051-4d79-a4a3-02cf7427b67f" providerId="ADAL" clId="{89463D13-F624-49B8-89C1-5E8BC87ADD15}" dt="2025-10-27T10:15:39.229" v="201" actId="20577"/>
        <pc:sldMkLst>
          <pc:docMk/>
          <pc:sldMk cId="1659081499" sldId="282"/>
        </pc:sldMkLst>
        <pc:spChg chg="mod">
          <ac:chgData name="Martin Arthur Andersen" userId="978b804b-c051-4d79-a4a3-02cf7427b67f" providerId="ADAL" clId="{89463D13-F624-49B8-89C1-5E8BC87ADD15}" dt="2025-10-27T10:14:30.344" v="150" actId="20577"/>
          <ac:spMkLst>
            <pc:docMk/>
            <pc:sldMk cId="1659081499" sldId="282"/>
            <ac:spMk id="2" creationId="{CE804EA5-964F-7715-F578-A8F4E2BAD730}"/>
          </ac:spMkLst>
        </pc:spChg>
        <pc:spChg chg="mod">
          <ac:chgData name="Martin Arthur Andersen" userId="978b804b-c051-4d79-a4a3-02cf7427b67f" providerId="ADAL" clId="{89463D13-F624-49B8-89C1-5E8BC87ADD15}" dt="2025-10-27T10:15:39.229" v="201" actId="20577"/>
          <ac:spMkLst>
            <pc:docMk/>
            <pc:sldMk cId="1659081499" sldId="282"/>
            <ac:spMk id="3" creationId="{798FE896-872B-A04A-0C49-3AB30F2A2779}"/>
          </ac:spMkLst>
        </pc:spChg>
        <pc:spChg chg="mod">
          <ac:chgData name="Martin Arthur Andersen" userId="978b804b-c051-4d79-a4a3-02cf7427b67f" providerId="ADAL" clId="{89463D13-F624-49B8-89C1-5E8BC87ADD15}" dt="2025-10-27T10:11:57.847" v="123"/>
          <ac:spMkLst>
            <pc:docMk/>
            <pc:sldMk cId="1659081499" sldId="282"/>
            <ac:spMk id="5" creationId="{B7C318B5-8683-7AFF-265B-25EB0E2EE489}"/>
          </ac:spMkLst>
        </pc:spChg>
      </pc:sldChg>
      <pc:sldChg chg="modSp new mod">
        <pc:chgData name="Martin Arthur Andersen" userId="978b804b-c051-4d79-a4a3-02cf7427b67f" providerId="ADAL" clId="{89463D13-F624-49B8-89C1-5E8BC87ADD15}" dt="2025-10-27T10:11:59.675" v="124"/>
        <pc:sldMkLst>
          <pc:docMk/>
          <pc:sldMk cId="961946022" sldId="283"/>
        </pc:sldMkLst>
        <pc:spChg chg="mod">
          <ac:chgData name="Martin Arthur Andersen" userId="978b804b-c051-4d79-a4a3-02cf7427b67f" providerId="ADAL" clId="{89463D13-F624-49B8-89C1-5E8BC87ADD15}" dt="2025-10-27T10:09:33.501" v="42" actId="27636"/>
          <ac:spMkLst>
            <pc:docMk/>
            <pc:sldMk cId="961946022" sldId="283"/>
            <ac:spMk id="2" creationId="{1588C6F5-467F-01DE-9A05-44A3F99D6B4C}"/>
          </ac:spMkLst>
        </pc:spChg>
        <pc:spChg chg="mod">
          <ac:chgData name="Martin Arthur Andersen" userId="978b804b-c051-4d79-a4a3-02cf7427b67f" providerId="ADAL" clId="{89463D13-F624-49B8-89C1-5E8BC87ADD15}" dt="2025-10-27T10:09:39.659" v="44" actId="5793"/>
          <ac:spMkLst>
            <pc:docMk/>
            <pc:sldMk cId="961946022" sldId="283"/>
            <ac:spMk id="3" creationId="{8B419440-C2D4-3347-F40E-CF4937B3D971}"/>
          </ac:spMkLst>
        </pc:spChg>
        <pc:spChg chg="mod">
          <ac:chgData name="Martin Arthur Andersen" userId="978b804b-c051-4d79-a4a3-02cf7427b67f" providerId="ADAL" clId="{89463D13-F624-49B8-89C1-5E8BC87ADD15}" dt="2025-10-27T10:11:59.675" v="124"/>
          <ac:spMkLst>
            <pc:docMk/>
            <pc:sldMk cId="961946022" sldId="283"/>
            <ac:spMk id="5" creationId="{9CE7C89E-BEB9-B524-2399-BC65ACCD8984}"/>
          </ac:spMkLst>
        </pc:spChg>
      </pc:sldChg>
      <pc:sldChg chg="modSp new mod">
        <pc:chgData name="Martin Arthur Andersen" userId="978b804b-c051-4d79-a4a3-02cf7427b67f" providerId="ADAL" clId="{89463D13-F624-49B8-89C1-5E8BC87ADD15}" dt="2025-10-27T10:12:01.561" v="125"/>
        <pc:sldMkLst>
          <pc:docMk/>
          <pc:sldMk cId="4182035146" sldId="284"/>
        </pc:sldMkLst>
        <pc:spChg chg="mod">
          <ac:chgData name="Martin Arthur Andersen" userId="978b804b-c051-4d79-a4a3-02cf7427b67f" providerId="ADAL" clId="{89463D13-F624-49B8-89C1-5E8BC87ADD15}" dt="2025-10-27T10:10:00.206" v="47" actId="27636"/>
          <ac:spMkLst>
            <pc:docMk/>
            <pc:sldMk cId="4182035146" sldId="284"/>
            <ac:spMk id="2" creationId="{60E76E7F-549C-03FC-3D56-BCA248A1F1D9}"/>
          </ac:spMkLst>
        </pc:spChg>
        <pc:spChg chg="mod">
          <ac:chgData name="Martin Arthur Andersen" userId="978b804b-c051-4d79-a4a3-02cf7427b67f" providerId="ADAL" clId="{89463D13-F624-49B8-89C1-5E8BC87ADD15}" dt="2025-10-27T10:10:11.847" v="51" actId="5793"/>
          <ac:spMkLst>
            <pc:docMk/>
            <pc:sldMk cId="4182035146" sldId="284"/>
            <ac:spMk id="3" creationId="{42A88E76-EEAB-0F7A-AA58-B86DF008C1DC}"/>
          </ac:spMkLst>
        </pc:spChg>
        <pc:spChg chg="mod">
          <ac:chgData name="Martin Arthur Andersen" userId="978b804b-c051-4d79-a4a3-02cf7427b67f" providerId="ADAL" clId="{89463D13-F624-49B8-89C1-5E8BC87ADD15}" dt="2025-10-27T10:12:01.561" v="125"/>
          <ac:spMkLst>
            <pc:docMk/>
            <pc:sldMk cId="4182035146" sldId="284"/>
            <ac:spMk id="5" creationId="{1DE001B7-3B28-F012-A61E-28986C0172B9}"/>
          </ac:spMkLst>
        </pc:spChg>
      </pc:sldChg>
      <pc:sldChg chg="modSp new mod">
        <pc:chgData name="Martin Arthur Andersen" userId="978b804b-c051-4d79-a4a3-02cf7427b67f" providerId="ADAL" clId="{89463D13-F624-49B8-89C1-5E8BC87ADD15}" dt="2025-10-27T10:12:04.760" v="126"/>
        <pc:sldMkLst>
          <pc:docMk/>
          <pc:sldMk cId="3536663814" sldId="285"/>
        </pc:sldMkLst>
        <pc:spChg chg="mod">
          <ac:chgData name="Martin Arthur Andersen" userId="978b804b-c051-4d79-a4a3-02cf7427b67f" providerId="ADAL" clId="{89463D13-F624-49B8-89C1-5E8BC87ADD15}" dt="2025-10-27T10:10:56.017" v="57"/>
          <ac:spMkLst>
            <pc:docMk/>
            <pc:sldMk cId="3536663814" sldId="285"/>
            <ac:spMk id="2" creationId="{B3B7A453-35F1-CDDF-1AC7-AE39E021AD18}"/>
          </ac:spMkLst>
        </pc:spChg>
        <pc:spChg chg="mod">
          <ac:chgData name="Martin Arthur Andersen" userId="978b804b-c051-4d79-a4a3-02cf7427b67f" providerId="ADAL" clId="{89463D13-F624-49B8-89C1-5E8BC87ADD15}" dt="2025-10-27T10:10:40.732" v="56"/>
          <ac:spMkLst>
            <pc:docMk/>
            <pc:sldMk cId="3536663814" sldId="285"/>
            <ac:spMk id="3" creationId="{6F821DBF-6731-5522-FF3B-DEF509F426C6}"/>
          </ac:spMkLst>
        </pc:spChg>
        <pc:spChg chg="mod">
          <ac:chgData name="Martin Arthur Andersen" userId="978b804b-c051-4d79-a4a3-02cf7427b67f" providerId="ADAL" clId="{89463D13-F624-49B8-89C1-5E8BC87ADD15}" dt="2025-10-27T10:12:04.760" v="126"/>
          <ac:spMkLst>
            <pc:docMk/>
            <pc:sldMk cId="3536663814" sldId="285"/>
            <ac:spMk id="5" creationId="{26C1C558-2985-0234-36A7-974B441075C0}"/>
          </ac:spMkLst>
        </pc:spChg>
      </pc:sldChg>
      <pc:sldChg chg="modSp new mod">
        <pc:chgData name="Martin Arthur Andersen" userId="978b804b-c051-4d79-a4a3-02cf7427b67f" providerId="ADAL" clId="{89463D13-F624-49B8-89C1-5E8BC87ADD15}" dt="2025-10-27T10:12:06.994" v="127"/>
        <pc:sldMkLst>
          <pc:docMk/>
          <pc:sldMk cId="527878212" sldId="286"/>
        </pc:sldMkLst>
        <pc:spChg chg="mod">
          <ac:chgData name="Martin Arthur Andersen" userId="978b804b-c051-4d79-a4a3-02cf7427b67f" providerId="ADAL" clId="{89463D13-F624-49B8-89C1-5E8BC87ADD15}" dt="2025-10-27T10:11:50.411" v="121" actId="20577"/>
          <ac:spMkLst>
            <pc:docMk/>
            <pc:sldMk cId="527878212" sldId="286"/>
            <ac:spMk id="2" creationId="{6B7835B5-DBD6-292A-9EA5-C56506B06ACD}"/>
          </ac:spMkLst>
        </pc:spChg>
        <pc:spChg chg="mod">
          <ac:chgData name="Martin Arthur Andersen" userId="978b804b-c051-4d79-a4a3-02cf7427b67f" providerId="ADAL" clId="{89463D13-F624-49B8-89C1-5E8BC87ADD15}" dt="2025-10-27T10:11:39.277" v="94" actId="20577"/>
          <ac:spMkLst>
            <pc:docMk/>
            <pc:sldMk cId="527878212" sldId="286"/>
            <ac:spMk id="3" creationId="{84C1703A-F395-2E09-9E78-44EE95284AC8}"/>
          </ac:spMkLst>
        </pc:spChg>
        <pc:spChg chg="mod">
          <ac:chgData name="Martin Arthur Andersen" userId="978b804b-c051-4d79-a4a3-02cf7427b67f" providerId="ADAL" clId="{89463D13-F624-49B8-89C1-5E8BC87ADD15}" dt="2025-10-27T10:12:06.994" v="127"/>
          <ac:spMkLst>
            <pc:docMk/>
            <pc:sldMk cId="527878212" sldId="286"/>
            <ac:spMk id="5" creationId="{27971772-83D3-89E2-6F9D-16DE97E76B00}"/>
          </ac:spMkLst>
        </pc:spChg>
      </pc:sldChg>
      <pc:sldChg chg="modSp new mod">
        <pc:chgData name="Martin Arthur Andersen" userId="978b804b-c051-4d79-a4a3-02cf7427b67f" providerId="ADAL" clId="{89463D13-F624-49B8-89C1-5E8BC87ADD15}" dt="2025-10-27T10:34:40.834" v="445"/>
        <pc:sldMkLst>
          <pc:docMk/>
          <pc:sldMk cId="2741290808" sldId="287"/>
        </pc:sldMkLst>
        <pc:spChg chg="mod">
          <ac:chgData name="Martin Arthur Andersen" userId="978b804b-c051-4d79-a4a3-02cf7427b67f" providerId="ADAL" clId="{89463D13-F624-49B8-89C1-5E8BC87ADD15}" dt="2025-10-27T10:12:21.952" v="130" actId="27636"/>
          <ac:spMkLst>
            <pc:docMk/>
            <pc:sldMk cId="2741290808" sldId="287"/>
            <ac:spMk id="2" creationId="{4B004003-0E80-09CF-5106-D879BABAF802}"/>
          </ac:spMkLst>
        </pc:spChg>
        <pc:spChg chg="mod">
          <ac:chgData name="Martin Arthur Andersen" userId="978b804b-c051-4d79-a4a3-02cf7427b67f" providerId="ADAL" clId="{89463D13-F624-49B8-89C1-5E8BC87ADD15}" dt="2025-10-27T10:12:29.234" v="132" actId="5793"/>
          <ac:spMkLst>
            <pc:docMk/>
            <pc:sldMk cId="2741290808" sldId="287"/>
            <ac:spMk id="3" creationId="{9EDE7139-3C2D-55D2-7279-078EAA747681}"/>
          </ac:spMkLst>
        </pc:spChg>
        <pc:spChg chg="mod">
          <ac:chgData name="Martin Arthur Andersen" userId="978b804b-c051-4d79-a4a3-02cf7427b67f" providerId="ADAL" clId="{89463D13-F624-49B8-89C1-5E8BC87ADD15}" dt="2025-10-27T10:34:40.834" v="445"/>
          <ac:spMkLst>
            <pc:docMk/>
            <pc:sldMk cId="2741290808" sldId="287"/>
            <ac:spMk id="5" creationId="{E04335C2-7C0B-7820-074C-631EACC05A53}"/>
          </ac:spMkLst>
        </pc:spChg>
      </pc:sldChg>
      <pc:sldChg chg="modSp new mod">
        <pc:chgData name="Martin Arthur Andersen" userId="978b804b-c051-4d79-a4a3-02cf7427b67f" providerId="ADAL" clId="{89463D13-F624-49B8-89C1-5E8BC87ADD15}" dt="2025-10-27T10:18:15.017" v="227"/>
        <pc:sldMkLst>
          <pc:docMk/>
          <pc:sldMk cId="2679945528" sldId="288"/>
        </pc:sldMkLst>
        <pc:spChg chg="mod">
          <ac:chgData name="Martin Arthur Andersen" userId="978b804b-c051-4d79-a4a3-02cf7427b67f" providerId="ADAL" clId="{89463D13-F624-49B8-89C1-5E8BC87ADD15}" dt="2025-10-27T10:17:55.522" v="208"/>
          <ac:spMkLst>
            <pc:docMk/>
            <pc:sldMk cId="2679945528" sldId="288"/>
            <ac:spMk id="2" creationId="{8E6B1B6D-BEB7-9D5A-B323-856CBA6303C8}"/>
          </ac:spMkLst>
        </pc:spChg>
        <pc:spChg chg="mod">
          <ac:chgData name="Martin Arthur Andersen" userId="978b804b-c051-4d79-a4a3-02cf7427b67f" providerId="ADAL" clId="{89463D13-F624-49B8-89C1-5E8BC87ADD15}" dt="2025-10-27T10:18:02.676" v="217" actId="27636"/>
          <ac:spMkLst>
            <pc:docMk/>
            <pc:sldMk cId="2679945528" sldId="288"/>
            <ac:spMk id="3" creationId="{8F511CDB-0FFC-06D0-25FB-93DE984CC738}"/>
          </ac:spMkLst>
        </pc:spChg>
        <pc:spChg chg="mod">
          <ac:chgData name="Martin Arthur Andersen" userId="978b804b-c051-4d79-a4a3-02cf7427b67f" providerId="ADAL" clId="{89463D13-F624-49B8-89C1-5E8BC87ADD15}" dt="2025-10-27T10:18:15.017" v="227"/>
          <ac:spMkLst>
            <pc:docMk/>
            <pc:sldMk cId="2679945528" sldId="288"/>
            <ac:spMk id="5" creationId="{39067091-F25B-2660-3E37-EC9AD5051CDE}"/>
          </ac:spMkLst>
        </pc:spChg>
      </pc:sldChg>
      <pc:sldChg chg="new del">
        <pc:chgData name="Martin Arthur Andersen" userId="978b804b-c051-4d79-a4a3-02cf7427b67f" providerId="ADAL" clId="{89463D13-F624-49B8-89C1-5E8BC87ADD15}" dt="2025-10-27T10:20:13.707" v="229" actId="47"/>
        <pc:sldMkLst>
          <pc:docMk/>
          <pc:sldMk cId="512477065" sldId="289"/>
        </pc:sldMkLst>
      </pc:sldChg>
      <pc:sldChg chg="addSp delSp modSp new mod">
        <pc:chgData name="Martin Arthur Andersen" userId="978b804b-c051-4d79-a4a3-02cf7427b67f" providerId="ADAL" clId="{89463D13-F624-49B8-89C1-5E8BC87ADD15}" dt="2025-10-27T10:26:33.412" v="322"/>
        <pc:sldMkLst>
          <pc:docMk/>
          <pc:sldMk cId="655950033" sldId="289"/>
        </pc:sldMkLst>
        <pc:spChg chg="mod">
          <ac:chgData name="Martin Arthur Andersen" userId="978b804b-c051-4d79-a4a3-02cf7427b67f" providerId="ADAL" clId="{89463D13-F624-49B8-89C1-5E8BC87ADD15}" dt="2025-10-27T10:20:59.325" v="242" actId="113"/>
          <ac:spMkLst>
            <pc:docMk/>
            <pc:sldMk cId="655950033" sldId="289"/>
            <ac:spMk id="2" creationId="{F46CE2AE-EE76-E0F3-4431-994EF068DFE1}"/>
          </ac:spMkLst>
        </pc:spChg>
        <pc:spChg chg="mod">
          <ac:chgData name="Martin Arthur Andersen" userId="978b804b-c051-4d79-a4a3-02cf7427b67f" providerId="ADAL" clId="{89463D13-F624-49B8-89C1-5E8BC87ADD15}" dt="2025-10-27T10:21:20.375" v="252" actId="20577"/>
          <ac:spMkLst>
            <pc:docMk/>
            <pc:sldMk cId="655950033" sldId="289"/>
            <ac:spMk id="3" creationId="{83AA540E-7D2A-3A99-329C-6ABB47037CA7}"/>
          </ac:spMkLst>
        </pc:spChg>
        <pc:spChg chg="mod">
          <ac:chgData name="Martin Arthur Andersen" userId="978b804b-c051-4d79-a4a3-02cf7427b67f" providerId="ADAL" clId="{89463D13-F624-49B8-89C1-5E8BC87ADD15}" dt="2025-10-27T10:21:00.327" v="243" actId="113"/>
          <ac:spMkLst>
            <pc:docMk/>
            <pc:sldMk cId="655950033" sldId="289"/>
            <ac:spMk id="4" creationId="{944AEF64-1C75-7621-3050-B63AF11793B7}"/>
          </ac:spMkLst>
        </pc:spChg>
        <pc:spChg chg="add del mod">
          <ac:chgData name="Martin Arthur Andersen" userId="978b804b-c051-4d79-a4a3-02cf7427b67f" providerId="ADAL" clId="{89463D13-F624-49B8-89C1-5E8BC87ADD15}" dt="2025-10-27T10:21:41.096" v="265" actId="27636"/>
          <ac:spMkLst>
            <pc:docMk/>
            <pc:sldMk cId="655950033" sldId="289"/>
            <ac:spMk id="5" creationId="{95BAAADB-B5EA-9D09-F96D-53ED37064677}"/>
          </ac:spMkLst>
        </pc:spChg>
        <pc:spChg chg="mod">
          <ac:chgData name="Martin Arthur Andersen" userId="978b804b-c051-4d79-a4a3-02cf7427b67f" providerId="ADAL" clId="{89463D13-F624-49B8-89C1-5E8BC87ADD15}" dt="2025-10-27T10:26:33.412" v="322"/>
          <ac:spMkLst>
            <pc:docMk/>
            <pc:sldMk cId="655950033" sldId="289"/>
            <ac:spMk id="7" creationId="{1669AAC0-0922-79AC-9DFE-4934001E7D7A}"/>
          </ac:spMkLst>
        </pc:spChg>
        <pc:spChg chg="add mod">
          <ac:chgData name="Martin Arthur Andersen" userId="978b804b-c051-4d79-a4a3-02cf7427b67f" providerId="ADAL" clId="{89463D13-F624-49B8-89C1-5E8BC87ADD15}" dt="2025-10-27T10:20:57.859" v="241" actId="113"/>
          <ac:spMkLst>
            <pc:docMk/>
            <pc:sldMk cId="655950033" sldId="289"/>
            <ac:spMk id="9" creationId="{08AA9E4D-C6A1-899F-574F-287581225BF0}"/>
          </ac:spMkLst>
        </pc:spChg>
        <pc:spChg chg="add mod">
          <ac:chgData name="Martin Arthur Andersen" userId="978b804b-c051-4d79-a4a3-02cf7427b67f" providerId="ADAL" clId="{89463D13-F624-49B8-89C1-5E8BC87ADD15}" dt="2025-10-27T10:21:30.751" v="254"/>
          <ac:spMkLst>
            <pc:docMk/>
            <pc:sldMk cId="655950033" sldId="289"/>
            <ac:spMk id="10" creationId="{BF222A6B-0E7F-A198-AEB6-E1E520023F44}"/>
          </ac:spMkLst>
        </pc:spChg>
      </pc:sldChg>
      <pc:sldChg chg="modSp new mod">
        <pc:chgData name="Martin Arthur Andersen" userId="978b804b-c051-4d79-a4a3-02cf7427b67f" providerId="ADAL" clId="{89463D13-F624-49B8-89C1-5E8BC87ADD15}" dt="2025-10-27T10:34:31.720" v="444"/>
        <pc:sldMkLst>
          <pc:docMk/>
          <pc:sldMk cId="988391539" sldId="290"/>
        </pc:sldMkLst>
        <pc:spChg chg="mod">
          <ac:chgData name="Martin Arthur Andersen" userId="978b804b-c051-4d79-a4a3-02cf7427b67f" providerId="ADAL" clId="{89463D13-F624-49B8-89C1-5E8BC87ADD15}" dt="2025-10-27T10:23:54.831" v="319" actId="20577"/>
          <ac:spMkLst>
            <pc:docMk/>
            <pc:sldMk cId="988391539" sldId="290"/>
            <ac:spMk id="2" creationId="{1AF08869-D22E-E335-075D-371B287CE1B2}"/>
          </ac:spMkLst>
        </pc:spChg>
        <pc:spChg chg="mod">
          <ac:chgData name="Martin Arthur Andersen" userId="978b804b-c051-4d79-a4a3-02cf7427b67f" providerId="ADAL" clId="{89463D13-F624-49B8-89C1-5E8BC87ADD15}" dt="2025-10-27T10:23:58.788" v="321" actId="6549"/>
          <ac:spMkLst>
            <pc:docMk/>
            <pc:sldMk cId="988391539" sldId="290"/>
            <ac:spMk id="3" creationId="{7B449E79-7195-58F3-2C91-0945D7E86928}"/>
          </ac:spMkLst>
        </pc:spChg>
        <pc:spChg chg="mod">
          <ac:chgData name="Martin Arthur Andersen" userId="978b804b-c051-4d79-a4a3-02cf7427b67f" providerId="ADAL" clId="{89463D13-F624-49B8-89C1-5E8BC87ADD15}" dt="2025-10-27T10:34:31.720" v="444"/>
          <ac:spMkLst>
            <pc:docMk/>
            <pc:sldMk cId="988391539" sldId="290"/>
            <ac:spMk id="5" creationId="{A0A4A393-751A-AC8A-9087-7CB8FFB1755B}"/>
          </ac:spMkLst>
        </pc:spChg>
      </pc:sldChg>
      <pc:sldChg chg="modSp new mod">
        <pc:chgData name="Martin Arthur Andersen" userId="978b804b-c051-4d79-a4a3-02cf7427b67f" providerId="ADAL" clId="{89463D13-F624-49B8-89C1-5E8BC87ADD15}" dt="2025-10-27T10:56:15.767" v="486"/>
        <pc:sldMkLst>
          <pc:docMk/>
          <pc:sldMk cId="1009688833" sldId="291"/>
        </pc:sldMkLst>
        <pc:spChg chg="mod">
          <ac:chgData name="Martin Arthur Andersen" userId="978b804b-c051-4d79-a4a3-02cf7427b67f" providerId="ADAL" clId="{89463D13-F624-49B8-89C1-5E8BC87ADD15}" dt="2025-10-27T10:28:50.479" v="344"/>
          <ac:spMkLst>
            <pc:docMk/>
            <pc:sldMk cId="1009688833" sldId="291"/>
            <ac:spMk id="2" creationId="{05D58FAE-F25C-D5BF-8582-7D64FD1CF9CD}"/>
          </ac:spMkLst>
        </pc:spChg>
        <pc:spChg chg="mod">
          <ac:chgData name="Martin Arthur Andersen" userId="978b804b-c051-4d79-a4a3-02cf7427b67f" providerId="ADAL" clId="{89463D13-F624-49B8-89C1-5E8BC87ADD15}" dt="2025-10-27T10:29:43.228" v="374" actId="20577"/>
          <ac:spMkLst>
            <pc:docMk/>
            <pc:sldMk cId="1009688833" sldId="291"/>
            <ac:spMk id="3" creationId="{92018DFB-4DBA-A58F-0BBA-A026ECE48198}"/>
          </ac:spMkLst>
        </pc:spChg>
        <pc:spChg chg="mod">
          <ac:chgData name="Martin Arthur Andersen" userId="978b804b-c051-4d79-a4a3-02cf7427b67f" providerId="ADAL" clId="{89463D13-F624-49B8-89C1-5E8BC87ADD15}" dt="2025-10-27T10:56:15.767" v="486"/>
          <ac:spMkLst>
            <pc:docMk/>
            <pc:sldMk cId="1009688833" sldId="291"/>
            <ac:spMk id="5" creationId="{5D40B49A-EEB2-DFDC-B4AA-B65B941A5C44}"/>
          </ac:spMkLst>
        </pc:spChg>
      </pc:sldChg>
      <pc:sldChg chg="modSp new mod ord">
        <pc:chgData name="Martin Arthur Andersen" userId="978b804b-c051-4d79-a4a3-02cf7427b67f" providerId="ADAL" clId="{89463D13-F624-49B8-89C1-5E8BC87ADD15}" dt="2025-10-27T10:38:49.572" v="485"/>
        <pc:sldMkLst>
          <pc:docMk/>
          <pc:sldMk cId="3378946044" sldId="292"/>
        </pc:sldMkLst>
        <pc:spChg chg="mod">
          <ac:chgData name="Martin Arthur Andersen" userId="978b804b-c051-4d79-a4a3-02cf7427b67f" providerId="ADAL" clId="{89463D13-F624-49B8-89C1-5E8BC87ADD15}" dt="2025-10-27T10:32:04.817" v="382"/>
          <ac:spMkLst>
            <pc:docMk/>
            <pc:sldMk cId="3378946044" sldId="292"/>
            <ac:spMk id="2" creationId="{B51DFAA4-45F0-73AA-236E-A0767871ECF0}"/>
          </ac:spMkLst>
        </pc:spChg>
        <pc:spChg chg="mod">
          <ac:chgData name="Martin Arthur Andersen" userId="978b804b-c051-4d79-a4a3-02cf7427b67f" providerId="ADAL" clId="{89463D13-F624-49B8-89C1-5E8BC87ADD15}" dt="2025-10-27T10:34:22.589" v="442" actId="20577"/>
          <ac:spMkLst>
            <pc:docMk/>
            <pc:sldMk cId="3378946044" sldId="292"/>
            <ac:spMk id="3" creationId="{7A100961-C0EF-B80D-1ED8-7137FD3F72F7}"/>
          </ac:spMkLst>
        </pc:spChg>
        <pc:spChg chg="mod">
          <ac:chgData name="Martin Arthur Andersen" userId="978b804b-c051-4d79-a4a3-02cf7427b67f" providerId="ADAL" clId="{89463D13-F624-49B8-89C1-5E8BC87ADD15}" dt="2025-10-27T10:34:27.456" v="443"/>
          <ac:spMkLst>
            <pc:docMk/>
            <pc:sldMk cId="3378946044" sldId="292"/>
            <ac:spMk id="5" creationId="{DD4A65D3-5A9C-6B06-25E5-4AAFCECB59EC}"/>
          </ac:spMkLst>
        </pc:spChg>
      </pc:sldChg>
      <pc:sldChg chg="modSp new mod">
        <pc:chgData name="Martin Arthur Andersen" userId="978b804b-c051-4d79-a4a3-02cf7427b67f" providerId="ADAL" clId="{89463D13-F624-49B8-89C1-5E8BC87ADD15}" dt="2025-10-27T10:36:13.270" v="474" actId="27636"/>
        <pc:sldMkLst>
          <pc:docMk/>
          <pc:sldMk cId="1834716668" sldId="293"/>
        </pc:sldMkLst>
        <pc:spChg chg="mod">
          <ac:chgData name="Martin Arthur Andersen" userId="978b804b-c051-4d79-a4a3-02cf7427b67f" providerId="ADAL" clId="{89463D13-F624-49B8-89C1-5E8BC87ADD15}" dt="2025-10-27T10:35:17.515" v="452"/>
          <ac:spMkLst>
            <pc:docMk/>
            <pc:sldMk cId="1834716668" sldId="293"/>
            <ac:spMk id="2" creationId="{225CFFF0-1F56-A45F-B011-D6A7811D1CD5}"/>
          </ac:spMkLst>
        </pc:spChg>
        <pc:spChg chg="mod">
          <ac:chgData name="Martin Arthur Andersen" userId="978b804b-c051-4d79-a4a3-02cf7427b67f" providerId="ADAL" clId="{89463D13-F624-49B8-89C1-5E8BC87ADD15}" dt="2025-10-27T10:36:13.270" v="474" actId="27636"/>
          <ac:spMkLst>
            <pc:docMk/>
            <pc:sldMk cId="1834716668" sldId="293"/>
            <ac:spMk id="3" creationId="{63DA7953-4A67-1959-67A1-1BFB8959272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F15ACB-6D39-BD4E-B219-F3F80F4D5658}" type="datetimeFigureOut">
              <a:rPr lang="nb-NO" smtClean="0"/>
              <a:t>27.10.2025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53D036-F3E9-EE46-9B35-EC7759C2F54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3615457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44867-3A3C-8F4F-AA72-C1B9EB729F72}" type="datetimeFigureOut">
              <a:rPr lang="nb-NO" smtClean="0"/>
              <a:t>27.10.2025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5C457E-F630-C147-B67D-734B6B1CD9D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7308156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C457E-F630-C147-B67D-734B6B1CD9DE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01860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Klikk for å redigere tittelstil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  <a:endParaRPr lang="nb-NO"/>
          </a:p>
        </p:txBody>
      </p:sp>
      <p:sp>
        <p:nvSpPr>
          <p:cNvPr id="7" name="Plassholder for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27.10.2025</a:t>
            </a:fld>
            <a:endParaRPr lang="nb-NO"/>
          </a:p>
        </p:txBody>
      </p:sp>
      <p:sp>
        <p:nvSpPr>
          <p:cNvPr id="8" name="Plassholder for bunn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9" name="Plassholder for lysbil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38523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1-Gron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e 7" descr="HEX-pp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274053" y="1203159"/>
            <a:ext cx="8412748" cy="1784684"/>
          </a:xfrm>
        </p:spPr>
        <p:txBody>
          <a:bodyPr anchor="b">
            <a:normAutofit/>
          </a:bodyPr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Klikk for å redigere tittelstil</a:t>
            </a:r>
            <a:endParaRPr lang="nb-NO"/>
          </a:p>
        </p:txBody>
      </p:sp>
      <p:pic>
        <p:nvPicPr>
          <p:cNvPr id="9" name="Bild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pic>
        <p:nvPicPr>
          <p:cNvPr id="10" name="Bilde 9" descr="HEX-pp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1" name="Bilde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44AB339-F0E1-A746-A0DD-B8B314440945}" type="datetime1">
              <a:rPr lang="nb-NO" smtClean="0"/>
              <a:t>27.10.2025</a:t>
            </a:fld>
            <a:endParaRPr lang="nb-NO"/>
          </a:p>
        </p:txBody>
      </p:sp>
      <p:sp>
        <p:nvSpPr>
          <p:cNvPr id="7" name="Plassholder for bunn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12" name="Plassholder for lysbildenumm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30912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1-Bla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e 7" descr="HEX-pp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274053" y="1203159"/>
            <a:ext cx="8412748" cy="1784684"/>
          </a:xfrm>
        </p:spPr>
        <p:txBody>
          <a:bodyPr anchor="b">
            <a:normAutofit/>
          </a:bodyPr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Klikk for å redigere tittelstil</a:t>
            </a:r>
            <a:endParaRPr lang="nb-NO"/>
          </a:p>
        </p:txBody>
      </p:sp>
      <p:pic>
        <p:nvPicPr>
          <p:cNvPr id="9" name="Bild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pic>
        <p:nvPicPr>
          <p:cNvPr id="10" name="Bilde 9" descr="HEX-pp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1" name="Bilde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590699-1352-D148-B251-D7C28FB0B6CC}" type="datetime1">
              <a:rPr lang="nb-NO" smtClean="0"/>
              <a:t>27.10.2025</a:t>
            </a:fld>
            <a:endParaRPr lang="nb-NO"/>
          </a:p>
        </p:txBody>
      </p:sp>
      <p:sp>
        <p:nvSpPr>
          <p:cNvPr id="7" name="Plassholder for bunn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12" name="Plassholder for lysbildenumm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34894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apittelside 1-Gron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10" name="Plassholder for tittel 1"/>
          <p:cNvSpPr>
            <a:spLocks noGrp="1"/>
          </p:cNvSpPr>
          <p:nvPr>
            <p:ph type="title" hasCustomPrompt="1"/>
          </p:nvPr>
        </p:nvSpPr>
        <p:spPr>
          <a:xfrm>
            <a:off x="1510632" y="761999"/>
            <a:ext cx="6075947" cy="3215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>
                <a:solidFill>
                  <a:srgbClr val="FFFFFF"/>
                </a:solidFill>
              </a:defRPr>
            </a:lvl1pPr>
          </a:lstStyle>
          <a:p>
            <a:r>
              <a:rPr lang="nb-NO"/>
              <a:t>KLIKK FOR Å REDIGERE TITTELSTIL</a:t>
            </a:r>
          </a:p>
        </p:txBody>
      </p:sp>
      <p:pic>
        <p:nvPicPr>
          <p:cNvPr id="7" name="Bild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1FF5EF9-C484-D748-964B-06FC147FE0F7}" type="datetime1">
              <a:rPr lang="nb-NO" smtClean="0"/>
              <a:t>27.10.2025</a:t>
            </a:fld>
            <a:endParaRPr lang="nb-NO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98194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apittelside 1-Bla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10" name="Plassholder for tittel 1"/>
          <p:cNvSpPr>
            <a:spLocks noGrp="1"/>
          </p:cNvSpPr>
          <p:nvPr>
            <p:ph type="title" hasCustomPrompt="1"/>
          </p:nvPr>
        </p:nvSpPr>
        <p:spPr>
          <a:xfrm>
            <a:off x="1510632" y="761999"/>
            <a:ext cx="6075947" cy="3215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>
                <a:solidFill>
                  <a:srgbClr val="FFFFFF"/>
                </a:solidFill>
              </a:defRPr>
            </a:lvl1pPr>
          </a:lstStyle>
          <a:p>
            <a:r>
              <a:rPr lang="nb-NO"/>
              <a:t>KLIKK FOR Å REDIGERE TITTELSTIL</a:t>
            </a:r>
          </a:p>
        </p:txBody>
      </p:sp>
      <p:pic>
        <p:nvPicPr>
          <p:cNvPr id="7" name="Bild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EE9DC53-2898-304E-8D88-1BB22CAC7760}" type="datetime1">
              <a:rPr lang="nb-NO" smtClean="0"/>
              <a:t>27.10.2025</a:t>
            </a:fld>
            <a:endParaRPr lang="nb-NO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73634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telside 1-Hexago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ssholder for tittel 1"/>
          <p:cNvSpPr>
            <a:spLocks noGrp="1"/>
          </p:cNvSpPr>
          <p:nvPr>
            <p:ph type="title" hasCustomPrompt="1"/>
          </p:nvPr>
        </p:nvSpPr>
        <p:spPr>
          <a:xfrm>
            <a:off x="1510632" y="762000"/>
            <a:ext cx="6075947" cy="19985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/>
            </a:lvl1pPr>
          </a:lstStyle>
          <a:p>
            <a:r>
              <a:rPr lang="nb-NO"/>
              <a:t>KLIKK FOR Å REDIGERE TITTELSTIL</a:t>
            </a:r>
          </a:p>
        </p:txBody>
      </p:sp>
    </p:spTree>
    <p:extLst>
      <p:ext uri="{BB962C8B-B14F-4D97-AF65-F5344CB8AC3E}">
        <p14:creationId xmlns:p14="http://schemas.microsoft.com/office/powerpoint/2010/main" val="3439050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Klikk for å redigere tittelstil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  <a:endParaRPr lang="nb-NO"/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  <a:endParaRPr lang="nb-NO"/>
          </a:p>
        </p:txBody>
      </p:sp>
      <p:sp>
        <p:nvSpPr>
          <p:cNvPr id="8" name="Plassholder for dato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46D0C-2F8A-B642-A138-BA59C775D20D}" type="datetime1">
              <a:rPr lang="nb-NO" smtClean="0"/>
              <a:t>27.10.2025</a:t>
            </a:fld>
            <a:endParaRPr lang="nb-NO"/>
          </a:p>
        </p:txBody>
      </p:sp>
      <p:sp>
        <p:nvSpPr>
          <p:cNvPr id="9" name="Plassholder for bunntekst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10" name="Plassholder for lysbildenumm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87898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457200" y="675105"/>
            <a:ext cx="4040188" cy="95605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Klikk for å redigere tekststiler i malen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3"/>
          </p:nvPr>
        </p:nvSpPr>
        <p:spPr>
          <a:xfrm>
            <a:off x="4645026" y="675105"/>
            <a:ext cx="4041775" cy="95605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Klikk for å redigere tekststiler i malen</a:t>
            </a:r>
          </a:p>
        </p:txBody>
      </p:sp>
      <p:sp>
        <p:nvSpPr>
          <p:cNvPr id="6" name="Plassholder for innhold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</a:p>
        </p:txBody>
      </p:sp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A204A-9A75-3C4C-BAD0-3FE6FE661701}" type="datetime1">
              <a:rPr lang="nb-NO" smtClean="0"/>
              <a:t>27.10.2025</a:t>
            </a:fld>
            <a:endParaRPr lang="nb-NO"/>
          </a:p>
        </p:txBody>
      </p:sp>
      <p:sp>
        <p:nvSpPr>
          <p:cNvPr id="10" name="Plassholder for bunn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11" name="Plassholder for lysbilde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24599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Klikk for å redigere tittelstil</a:t>
            </a:r>
            <a:endParaRPr lang="nb-NO"/>
          </a:p>
        </p:txBody>
      </p:sp>
      <p:sp>
        <p:nvSpPr>
          <p:cNvPr id="6" name="Plassholder for dato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2955-BE7A-5C4C-84B8-41580681C190}" type="datetime1">
              <a:rPr lang="nb-NO" smtClean="0"/>
              <a:t>27.10.2025</a:t>
            </a:fld>
            <a:endParaRPr lang="nb-NO"/>
          </a:p>
        </p:txBody>
      </p:sp>
      <p:sp>
        <p:nvSpPr>
          <p:cNvPr id="7" name="Plassholder for bunn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93546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A57B6-EDFB-B447-8B14-79CCE6E543ED}" type="datetime1">
              <a:rPr lang="nb-NO" smtClean="0"/>
              <a:t>27.10.2025</a:t>
            </a:fld>
            <a:endParaRPr lang="nb-NO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20449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bilde 2"/>
          <p:cNvSpPr>
            <a:spLocks noGrp="1"/>
          </p:cNvSpPr>
          <p:nvPr>
            <p:ph type="pic" idx="1" hasCustomPrompt="1"/>
          </p:nvPr>
        </p:nvSpPr>
        <p:spPr>
          <a:xfrm>
            <a:off x="0" y="100262"/>
            <a:ext cx="9144000" cy="4485105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b-NO"/>
              <a:t>Klikk her for å sette inn bilde</a:t>
            </a:r>
          </a:p>
        </p:txBody>
      </p:sp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2B3D7-CAAD-CD4A-9ADE-B7023038E292}" type="datetime1">
              <a:rPr lang="nb-NO" smtClean="0"/>
              <a:t>27.10.2025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57453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leside 1-Gron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e 5" descr="HEX-hvit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e 6" descr="logo-0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  <p:pic>
        <p:nvPicPr>
          <p:cNvPr id="4" name="Bilde 3" descr="HEX-hvit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Bilde 4" descr="logo-01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871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leside 1-Bla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e 5" descr="HEX-hvit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e 6" descr="logo-0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  <p:pic>
        <p:nvPicPr>
          <p:cNvPr id="4" name="Bilde 3" descr="HEX-hvit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Bilde 4" descr="logo-01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467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/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2"/>
          </p:nvPr>
        </p:nvSpPr>
        <p:spPr>
          <a:xfrm>
            <a:off x="6697576" y="4768684"/>
            <a:ext cx="168442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Source Sans Pro"/>
              </a:defRPr>
            </a:lvl1pPr>
          </a:lstStyle>
          <a:p>
            <a:fld id="{301028B7-40B6-B141-A86D-F90DE572F70B}" type="datetime1">
              <a:rPr lang="nb-NO" smtClean="0"/>
              <a:t>27.10.2025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3"/>
          </p:nvPr>
        </p:nvSpPr>
        <p:spPr>
          <a:xfrm>
            <a:off x="316835" y="4767263"/>
            <a:ext cx="592622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101820"/>
                </a:solidFill>
                <a:latin typeface="Source Sans Pro"/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4"/>
          </p:nvPr>
        </p:nvSpPr>
        <p:spPr>
          <a:xfrm>
            <a:off x="8381996" y="4767263"/>
            <a:ext cx="41174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01820"/>
                </a:solidFill>
                <a:latin typeface="Source Sans Pro"/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  <p:pic>
        <p:nvPicPr>
          <p:cNvPr id="7" name="Bilde 6" descr="logo-nor.pn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309" y="33420"/>
            <a:ext cx="2648691" cy="732370"/>
          </a:xfrm>
          <a:prstGeom prst="rect">
            <a:avLst/>
          </a:prstGeom>
        </p:spPr>
      </p:pic>
      <p:pic>
        <p:nvPicPr>
          <p:cNvPr id="8" name="Bilde 7" descr="logo-nor.pn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309" y="33420"/>
            <a:ext cx="2648691" cy="73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296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800" kern="1200" baseline="0">
          <a:solidFill>
            <a:schemeClr val="tx1"/>
          </a:solidFill>
          <a:latin typeface="Source Sans Pro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2400" kern="1200">
          <a:solidFill>
            <a:schemeClr val="tx1"/>
          </a:solidFill>
          <a:latin typeface="Source Sans Pro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2000" kern="1200">
          <a:solidFill>
            <a:schemeClr val="tx1"/>
          </a:solidFill>
          <a:latin typeface="Source Sans Pro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1800" kern="1200">
          <a:solidFill>
            <a:schemeClr val="tx1"/>
          </a:solidFill>
          <a:latin typeface="Source Sans Pro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1600" kern="1200">
          <a:solidFill>
            <a:schemeClr val="tx1"/>
          </a:solidFill>
          <a:latin typeface="Source Sans Pro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1400" kern="1200">
          <a:solidFill>
            <a:schemeClr val="tx1"/>
          </a:solidFill>
          <a:latin typeface="Source Sans Pro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nb-NO"/>
              <a:t>Introduksjon til fuktsensor og signalbehandling</a:t>
            </a:r>
            <a:endParaRPr lang="nb-NO" sz="2400"/>
          </a:p>
        </p:txBody>
      </p:sp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/>
          <a:lstStyle/>
          <a:p>
            <a:fld id="{CEBE5A08-4597-EE48-8595-2652A3602EC3}" type="datetime1">
              <a:rPr lang="nb-NO" smtClean="0"/>
              <a:t>27.10.2025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/>
          <a:lstStyle/>
          <a:p>
            <a:r>
              <a:rPr lang="nb-NO"/>
              <a:t>Martin Arthur Andersen, Fakultet for informasjonsteknologi, ingeniørfag og økonomi</a:t>
            </a:r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/>
          <a:lstStyle/>
          <a:p>
            <a:fld id="{28ECCE09-4EB9-D24E-99A2-F5BDA1BD657E}" type="slidenum">
              <a:rPr lang="nb-NO" smtClean="0"/>
              <a:pPr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09090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E0E3498-5D6F-4D90-3C4D-13C03F9F3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/>
              <a:t>Læringsmål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577C4D4-E12C-653F-1411-F966FEF14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/>
              <a:t>Studenten skal kunne:</a:t>
            </a:r>
          </a:p>
          <a:p>
            <a:r>
              <a:rPr lang="nb-NO"/>
              <a:t>Bruke fuktsensorer til å måle fuktighet i luft og medium</a:t>
            </a:r>
          </a:p>
          <a:p>
            <a:r>
              <a:rPr lang="nb-NO"/>
              <a:t>Forklare hvorfor rå analoge </a:t>
            </a:r>
            <a:r>
              <a:rPr lang="nb-NO" err="1"/>
              <a:t>sensordata</a:t>
            </a:r>
            <a:r>
              <a:rPr lang="nb-NO"/>
              <a:t> må behandles.</a:t>
            </a:r>
          </a:p>
          <a:p>
            <a:r>
              <a:rPr lang="nb-NO"/>
              <a:t>Implementere enkle filtreringsmetoder.</a:t>
            </a:r>
          </a:p>
          <a:p>
            <a:r>
              <a:rPr lang="nb-NO"/>
              <a:t>Designe en dynamisk terskel for beslutning.</a:t>
            </a:r>
          </a:p>
          <a:p>
            <a:r>
              <a:rPr lang="nb-NO"/>
              <a:t>Evaluere effekten av signalbehandling på systemets stabilitet og nøyaktighet.</a:t>
            </a:r>
          </a:p>
          <a:p>
            <a:endParaRPr lang="nb-NO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C739978-175F-5E2C-C85B-5E8A3B08B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27.10.2025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20FF3254-726D-DD57-0B79-AA034D503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49561CE8-E111-DF3F-670B-686B2A1D9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85901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3447126-D7ED-945F-4FED-61DC8F41A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 dirty="0"/>
              <a:t>Fuktsensorer med </a:t>
            </a:r>
            <a:r>
              <a:rPr lang="nb-NO" sz="2600" dirty="0" err="1"/>
              <a:t>Arduino</a:t>
            </a:r>
            <a:endParaRPr lang="nb-NO" sz="2600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D3C2153-FC85-E4CB-FF6F-5DFA59AFD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nb-NO" sz="1700" b="1"/>
              <a:t>Luftfuktighet</a:t>
            </a:r>
            <a:br>
              <a:rPr lang="nb-NO" sz="1700"/>
            </a:br>
            <a:r>
              <a:rPr lang="nb-NO" sz="1700"/>
              <a:t>→ Mengde vanndamp i luft </a:t>
            </a:r>
          </a:p>
          <a:p>
            <a:pPr>
              <a:lnSpc>
                <a:spcPct val="90000"/>
              </a:lnSpc>
            </a:pPr>
            <a:r>
              <a:rPr lang="nb-NO" sz="1700" b="1"/>
              <a:t>Jordfuktighet</a:t>
            </a:r>
            <a:br>
              <a:rPr lang="nb-NO" sz="1700"/>
            </a:br>
            <a:r>
              <a:rPr lang="nb-NO" sz="1700"/>
              <a:t>→ Mengde vann i jord eller vekstmedium.</a:t>
            </a:r>
          </a:p>
          <a:p>
            <a:pPr>
              <a:lnSpc>
                <a:spcPct val="90000"/>
              </a:lnSpc>
            </a:pPr>
            <a:r>
              <a:rPr lang="nb-NO" sz="1700"/>
              <a:t>Relevante anvendelser:</a:t>
            </a:r>
          </a:p>
          <a:p>
            <a:pPr lvl="1">
              <a:lnSpc>
                <a:spcPct val="90000"/>
              </a:lnSpc>
            </a:pPr>
            <a:r>
              <a:rPr lang="nb-NO" sz="1700"/>
              <a:t>Automatisk vanning</a:t>
            </a:r>
          </a:p>
          <a:p>
            <a:pPr lvl="1">
              <a:lnSpc>
                <a:spcPct val="90000"/>
              </a:lnSpc>
            </a:pPr>
            <a:r>
              <a:rPr lang="nb-NO" sz="1700"/>
              <a:t>Klimakontroll</a:t>
            </a:r>
          </a:p>
          <a:p>
            <a:pPr lvl="1">
              <a:lnSpc>
                <a:spcPct val="90000"/>
              </a:lnSpc>
            </a:pPr>
            <a:r>
              <a:rPr lang="nb-NO" sz="1700"/>
              <a:t>Kvalitetsovervåkning (f.eks. lagring, produksjon)</a:t>
            </a:r>
          </a:p>
          <a:p>
            <a:pPr>
              <a:lnSpc>
                <a:spcPct val="90000"/>
              </a:lnSpc>
            </a:pPr>
            <a:endParaRPr lang="nb-NO" sz="1700"/>
          </a:p>
        </p:txBody>
      </p:sp>
      <p:pic>
        <p:nvPicPr>
          <p:cNvPr id="8" name="Bilde 7">
            <a:extLst>
              <a:ext uri="{FF2B5EF4-FFF2-40B4-BE49-F238E27FC236}">
                <a16:creationId xmlns:a16="http://schemas.microsoft.com/office/drawing/2014/main" id="{C6012161-2255-5512-1E0D-ABF3D24CF9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2729"/>
          <a:stretch>
            <a:fillRect/>
          </a:stretch>
        </p:blipFill>
        <p:spPr>
          <a:xfrm>
            <a:off x="4648200" y="1200151"/>
            <a:ext cx="4038600" cy="3394472"/>
          </a:xfrm>
          <a:prstGeom prst="rect">
            <a:avLst/>
          </a:prstGeom>
          <a:noFill/>
        </p:spPr>
      </p:pic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C9452A0C-B4E3-0676-32F2-D244485268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27.10.2025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6BAA673D-67F3-67D2-DFB6-A23B25CB7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DCA5738-0FC3-21D1-434B-5E43DC91B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38371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B6D8981-AEDD-4258-EA60-B6ABA71D8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/>
              <a:t>Ulike typer fuktsensorer</a:t>
            </a:r>
          </a:p>
        </p:txBody>
      </p:sp>
      <p:graphicFrame>
        <p:nvGraphicFramePr>
          <p:cNvPr id="9" name="Plassholder for innhold 8">
            <a:extLst>
              <a:ext uri="{FF2B5EF4-FFF2-40B4-BE49-F238E27FC236}">
                <a16:creationId xmlns:a16="http://schemas.microsoft.com/office/drawing/2014/main" id="{18A742B0-5298-A452-9336-B048895D0B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7626789"/>
              </p:ext>
            </p:extLst>
          </p:nvPr>
        </p:nvGraphicFramePr>
        <p:xfrm>
          <a:off x="457200" y="1434147"/>
          <a:ext cx="8229600" cy="292608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337375154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503510139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42466177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6231751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/>
                        <a:t>Måleområde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/>
                        <a:t>Prinsipp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/>
                        <a:t>Typisk bruk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5815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b="1"/>
                        <a:t>BME280</a:t>
                      </a:r>
                      <a:endParaRPr lang="nb-NO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/>
                        <a:t>0–100 % RH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/>
                        <a:t>Kapasitiv måling i luft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/>
                        <a:t>Miljømåling, værstasjoner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8424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b="1"/>
                        <a:t>DHT11/DHT22</a:t>
                      </a:r>
                      <a:endParaRPr lang="nb-NO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/>
                        <a:t>20–90 % RH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/>
                        <a:t>Kapasitiv + digital signal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/>
                        <a:t>Enkle prosjekter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9779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b="1"/>
                        <a:t>Kapasitiv jordfuktsensor</a:t>
                      </a:r>
                      <a:endParaRPr lang="nb-NO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/>
                        <a:t>Analog verdi 0–1023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/>
                        <a:t>Endret kapasitans pga. vann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/>
                        <a:t>Jord/vanning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349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b="1"/>
                        <a:t>Resistiv jordfuktsensor</a:t>
                      </a:r>
                      <a:endParaRPr lang="nb-NO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/>
                        <a:t>Analog verdi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/>
                        <a:t>Endret motstand pga. vann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/>
                        <a:t>Billig, men korroderer raskt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8333575"/>
                  </a:ext>
                </a:extLst>
              </a:tr>
            </a:tbl>
          </a:graphicData>
        </a:graphic>
      </p:graphicFrame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C3456E54-54D8-C0B9-0A38-7B9EED905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27.10.2025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84BEC25F-3830-86C9-AAD8-7D57C6162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D7CC0B90-AF62-1080-0DB5-741061964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5353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F46CE2AE-EE76-E0F3-4431-994EF068D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 err="1"/>
              <a:t>Resistiv</a:t>
            </a:r>
            <a:r>
              <a:rPr lang="nb-NO" dirty="0"/>
              <a:t> sensor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3AA540E-7D2A-3A99-329C-6ABB47037CA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nb-NO" dirty="0"/>
              <a:t>Måler motstand mellom to metallpinner.</a:t>
            </a:r>
          </a:p>
          <a:p>
            <a:r>
              <a:rPr lang="nb-NO" dirty="0"/>
              <a:t>Billig, men korroderer raskt ved kontinuerlig strøm.</a:t>
            </a:r>
          </a:p>
          <a:p>
            <a:r>
              <a:rPr lang="nb-NO" dirty="0"/>
              <a:t>Krever spenningsdeler for å gi </a:t>
            </a:r>
            <a:r>
              <a:rPr lang="nb-NO" dirty="0" err="1"/>
              <a:t>målebar</a:t>
            </a:r>
            <a:r>
              <a:rPr lang="nb-NO" dirty="0"/>
              <a:t> spenning.</a:t>
            </a:r>
          </a:p>
          <a:p>
            <a:r>
              <a:rPr lang="nb-NO" dirty="0"/>
              <a:t>Følsom for jordtype, salter og temperatur.</a:t>
            </a:r>
          </a:p>
          <a:p>
            <a:r>
              <a:rPr lang="nb-NO" dirty="0"/>
              <a:t>Må kobles med en fast motstand (f.eks. 10 </a:t>
            </a:r>
            <a:r>
              <a:rPr lang="nb-NO" dirty="0" err="1"/>
              <a:t>kΩ</a:t>
            </a:r>
            <a:r>
              <a:rPr lang="nb-NO" dirty="0"/>
              <a:t>) og leses via analog inngang.</a:t>
            </a:r>
          </a:p>
          <a:p>
            <a:r>
              <a:rPr lang="nb-NO" dirty="0"/>
              <a:t>Strøm bør slås av mellom målinger for å forlenge levetiden.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944AEF64-1C75-7621-3050-B63AF11793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nb-NO" dirty="0"/>
              <a:t>Kapasitiv sensor</a:t>
            </a:r>
          </a:p>
        </p:txBody>
      </p:sp>
      <p:sp>
        <p:nvSpPr>
          <p:cNvPr id="5" name="Plassholder for innhold 4">
            <a:extLst>
              <a:ext uri="{FF2B5EF4-FFF2-40B4-BE49-F238E27FC236}">
                <a16:creationId xmlns:a16="http://schemas.microsoft.com/office/drawing/2014/main" id="{95BAAADB-B5EA-9D09-F96D-53ED3706467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10000"/>
          </a:bodyPr>
          <a:lstStyle/>
          <a:p>
            <a:r>
              <a:rPr lang="nb-NO" dirty="0"/>
              <a:t>Måler endring i kapasitans forårsaket av vann i jorden.</a:t>
            </a:r>
          </a:p>
          <a:p>
            <a:r>
              <a:rPr lang="nb-NO" dirty="0"/>
              <a:t>Ingen direkte strøm gjennom jorda → mindre korrosjon.</a:t>
            </a:r>
          </a:p>
          <a:p>
            <a:r>
              <a:rPr lang="nb-NO" dirty="0"/>
              <a:t>Har innebygd elektronikk, sender ferdig spenningssignal.</a:t>
            </a:r>
          </a:p>
          <a:p>
            <a:r>
              <a:rPr lang="nb-NO" dirty="0"/>
              <a:t>Trenger ikke spenningsdeler (med mindre du bruker 5 V sensor på 3.3 V mikrokontroller).</a:t>
            </a:r>
          </a:p>
          <a:p>
            <a:r>
              <a:rPr lang="nb-NO" dirty="0"/>
              <a:t>Mer stabil over tid, men dyrere.</a:t>
            </a:r>
          </a:p>
          <a:p>
            <a:r>
              <a:rPr lang="nb-NO" dirty="0"/>
              <a:t>Egnet for automatiske vanningssystemer og langtidsmålinger.</a:t>
            </a:r>
          </a:p>
        </p:txBody>
      </p:sp>
      <p:sp>
        <p:nvSpPr>
          <p:cNvPr id="6" name="Plassholder for dato 5">
            <a:extLst>
              <a:ext uri="{FF2B5EF4-FFF2-40B4-BE49-F238E27FC236}">
                <a16:creationId xmlns:a16="http://schemas.microsoft.com/office/drawing/2014/main" id="{49F8341A-3CC2-55C5-7AA2-623587904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A204A-9A75-3C4C-BAD0-3FE6FE661701}" type="datetime1">
              <a:rPr lang="nb-NO" smtClean="0"/>
              <a:t>27.10.2025</a:t>
            </a:fld>
            <a:endParaRPr lang="nb-NO"/>
          </a:p>
        </p:txBody>
      </p:sp>
      <p:sp>
        <p:nvSpPr>
          <p:cNvPr id="7" name="Plassholder for bunntekst 6">
            <a:extLst>
              <a:ext uri="{FF2B5EF4-FFF2-40B4-BE49-F238E27FC236}">
                <a16:creationId xmlns:a16="http://schemas.microsoft.com/office/drawing/2014/main" id="{1669AAC0-0922-79AC-9DFE-4934001E7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8" name="Plassholder for lysbildenummer 7">
            <a:extLst>
              <a:ext uri="{FF2B5EF4-FFF2-40B4-BE49-F238E27FC236}">
                <a16:creationId xmlns:a16="http://schemas.microsoft.com/office/drawing/2014/main" id="{05C084DE-4FC9-2FAD-B612-1FC34F982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5</a:t>
            </a:fld>
            <a:endParaRPr lang="nb-NO"/>
          </a:p>
        </p:txBody>
      </p:sp>
      <p:sp>
        <p:nvSpPr>
          <p:cNvPr id="9" name="Tittel 1">
            <a:extLst>
              <a:ext uri="{FF2B5EF4-FFF2-40B4-BE49-F238E27FC236}">
                <a16:creationId xmlns:a16="http://schemas.microsoft.com/office/drawing/2014/main" id="{08AA9E4D-C6A1-899F-574F-287581225BF0}"/>
              </a:ext>
            </a:extLst>
          </p:cNvPr>
          <p:cNvSpPr txBox="1">
            <a:spLocks/>
          </p:cNvSpPr>
          <p:nvPr/>
        </p:nvSpPr>
        <p:spPr>
          <a:xfrm>
            <a:off x="457200" y="675104"/>
            <a:ext cx="8229600" cy="454527"/>
          </a:xfrm>
          <a:prstGeom prst="rect">
            <a:avLst/>
          </a:prstGeom>
        </p:spPr>
        <p:txBody>
          <a:bodyPr anchor="ctr">
            <a:normAutofit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kern="1200" baseline="0">
                <a:solidFill>
                  <a:schemeClr val="tx1"/>
                </a:solidFill>
                <a:latin typeface="Source Sans Pro"/>
                <a:ea typeface="+mj-ea"/>
                <a:cs typeface="+mj-cs"/>
              </a:defRPr>
            </a:lvl1pPr>
          </a:lstStyle>
          <a:p>
            <a:r>
              <a:rPr lang="nb-NO" sz="2400" dirty="0" err="1"/>
              <a:t>Resistiv</a:t>
            </a:r>
            <a:r>
              <a:rPr lang="nb-NO" sz="2400" dirty="0"/>
              <a:t> vs. Kapasitiv fuktsensor</a:t>
            </a:r>
          </a:p>
        </p:txBody>
      </p:sp>
    </p:spTree>
    <p:extLst>
      <p:ext uri="{BB962C8B-B14F-4D97-AF65-F5344CB8AC3E}">
        <p14:creationId xmlns:p14="http://schemas.microsoft.com/office/powerpoint/2010/main" val="655950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A3F5EBF-AB84-9A19-1EC2-0DD7733BB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/>
              <a:t>Hvordan fungerer det?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2C2B39B-1549-70B8-790D-D86389FB6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b="1"/>
              <a:t>Kapasitiv sensor:</a:t>
            </a:r>
          </a:p>
          <a:p>
            <a:pPr lvl="1"/>
            <a:r>
              <a:rPr lang="nb-NO"/>
              <a:t>To ledende flater danner en kondensator.</a:t>
            </a:r>
          </a:p>
          <a:p>
            <a:pPr lvl="1"/>
            <a:r>
              <a:rPr lang="nb-NO"/>
              <a:t>Vann øker </a:t>
            </a:r>
            <a:r>
              <a:rPr lang="nb-NO" b="1"/>
              <a:t>den dielektriske konstanten</a:t>
            </a:r>
            <a:r>
              <a:rPr lang="nb-NO"/>
              <a:t>, som øker kapasitansen.</a:t>
            </a:r>
          </a:p>
          <a:p>
            <a:pPr lvl="1"/>
            <a:r>
              <a:rPr lang="nb-NO" err="1"/>
              <a:t>Arduino</a:t>
            </a:r>
            <a:r>
              <a:rPr lang="nb-NO"/>
              <a:t> måler spenning som et uttrykk for hvor mye vann som finnes.</a:t>
            </a:r>
          </a:p>
          <a:p>
            <a:r>
              <a:rPr lang="nb-NO" b="1"/>
              <a:t>Tørr jord:</a:t>
            </a:r>
            <a:r>
              <a:rPr lang="nb-NO"/>
              <a:t> høy motstand, lav spenning</a:t>
            </a:r>
          </a:p>
          <a:p>
            <a:r>
              <a:rPr lang="nb-NO" b="1"/>
              <a:t>Våt jord:</a:t>
            </a:r>
            <a:r>
              <a:rPr lang="nb-NO"/>
              <a:t> lav motstand, høy spenning</a:t>
            </a:r>
          </a:p>
          <a:p>
            <a:endParaRPr lang="nb-NO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C45A095-A39D-FB4B-F05E-C78054430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27.10.2025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53267C24-1D6C-1FFF-FE51-1BFB2B429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9E99FD22-A8CF-8D74-3476-722E0A9E0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26808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984F028-5E2A-D067-86D5-DAEF9085F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/>
              <a:t>Eksempelkode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1D838FB6-BC44-3AC6-94E6-6AE072A80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nb-NO" err="1"/>
              <a:t>int</a:t>
            </a:r>
            <a:r>
              <a:rPr lang="nb-NO"/>
              <a:t> </a:t>
            </a:r>
            <a:r>
              <a:rPr lang="nb-NO" err="1"/>
              <a:t>sensorPin</a:t>
            </a:r>
            <a:r>
              <a:rPr lang="nb-NO"/>
              <a:t> = A0;</a:t>
            </a:r>
          </a:p>
          <a:p>
            <a:pPr marL="0" indent="0">
              <a:buNone/>
            </a:pPr>
            <a:r>
              <a:rPr lang="nb-NO" err="1"/>
              <a:t>int</a:t>
            </a:r>
            <a:r>
              <a:rPr lang="nb-NO"/>
              <a:t> </a:t>
            </a:r>
            <a:r>
              <a:rPr lang="nb-NO" err="1"/>
              <a:t>value</a:t>
            </a:r>
            <a:r>
              <a:rPr lang="nb-NO"/>
              <a:t> = 0;</a:t>
            </a:r>
          </a:p>
          <a:p>
            <a:endParaRPr lang="nb-NO"/>
          </a:p>
          <a:p>
            <a:pPr marL="0" indent="0">
              <a:buNone/>
            </a:pPr>
            <a:r>
              <a:rPr lang="nb-NO" err="1"/>
              <a:t>void</a:t>
            </a:r>
            <a:r>
              <a:rPr lang="nb-NO"/>
              <a:t> </a:t>
            </a:r>
            <a:r>
              <a:rPr lang="nb-NO" err="1"/>
              <a:t>setup</a:t>
            </a:r>
            <a:r>
              <a:rPr lang="nb-NO"/>
              <a:t>() {</a:t>
            </a:r>
          </a:p>
          <a:p>
            <a:pPr marL="0" indent="0">
              <a:buNone/>
            </a:pPr>
            <a:r>
              <a:rPr lang="nb-NO"/>
              <a:t> </a:t>
            </a:r>
            <a:r>
              <a:rPr lang="nb-NO" err="1"/>
              <a:t>Serial.begin</a:t>
            </a:r>
            <a:r>
              <a:rPr lang="nb-NO"/>
              <a:t>(9600);</a:t>
            </a:r>
          </a:p>
          <a:p>
            <a:pPr marL="0" indent="0">
              <a:buNone/>
            </a:pPr>
            <a:r>
              <a:rPr lang="nb-NO"/>
              <a:t>}</a:t>
            </a:r>
          </a:p>
          <a:p>
            <a:endParaRPr lang="nb-NO"/>
          </a:p>
          <a:p>
            <a:pPr marL="0" indent="0">
              <a:buNone/>
            </a:pPr>
            <a:r>
              <a:rPr lang="nb-NO" err="1"/>
              <a:t>void</a:t>
            </a:r>
            <a:r>
              <a:rPr lang="nb-NO"/>
              <a:t> loop() {</a:t>
            </a:r>
          </a:p>
          <a:p>
            <a:pPr marL="0" indent="0">
              <a:buNone/>
            </a:pPr>
            <a:r>
              <a:rPr lang="nb-NO" err="1"/>
              <a:t>value</a:t>
            </a:r>
            <a:r>
              <a:rPr lang="nb-NO"/>
              <a:t> = </a:t>
            </a:r>
            <a:r>
              <a:rPr lang="nb-NO" err="1"/>
              <a:t>analogRead</a:t>
            </a:r>
            <a:r>
              <a:rPr lang="nb-NO"/>
              <a:t>(</a:t>
            </a:r>
            <a:r>
              <a:rPr lang="nb-NO" err="1"/>
              <a:t>sensorPin</a:t>
            </a:r>
            <a:r>
              <a:rPr lang="nb-NO"/>
              <a:t>);</a:t>
            </a:r>
          </a:p>
          <a:p>
            <a:pPr marL="0" indent="0">
              <a:buNone/>
            </a:pPr>
            <a:r>
              <a:rPr lang="nb-NO" err="1"/>
              <a:t>Serial.print</a:t>
            </a:r>
            <a:r>
              <a:rPr lang="nb-NO"/>
              <a:t>("</a:t>
            </a:r>
            <a:r>
              <a:rPr lang="nb-NO" err="1"/>
              <a:t>Moisture</a:t>
            </a:r>
            <a:r>
              <a:rPr lang="nb-NO"/>
              <a:t> </a:t>
            </a:r>
            <a:r>
              <a:rPr lang="nb-NO" err="1"/>
              <a:t>level</a:t>
            </a:r>
            <a:r>
              <a:rPr lang="nb-NO"/>
              <a:t>: ");</a:t>
            </a:r>
          </a:p>
          <a:p>
            <a:pPr marL="0" indent="0">
              <a:buNone/>
            </a:pPr>
            <a:r>
              <a:rPr lang="nb-NO" err="1"/>
              <a:t>Serial.println</a:t>
            </a:r>
            <a:r>
              <a:rPr lang="nb-NO"/>
              <a:t>(</a:t>
            </a:r>
            <a:r>
              <a:rPr lang="nb-NO" err="1"/>
              <a:t>value</a:t>
            </a:r>
            <a:r>
              <a:rPr lang="nb-NO"/>
              <a:t>);</a:t>
            </a:r>
          </a:p>
          <a:p>
            <a:pPr marL="0" indent="0">
              <a:buNone/>
            </a:pPr>
            <a:r>
              <a:rPr lang="nb-NO" err="1"/>
              <a:t>delay</a:t>
            </a:r>
            <a:r>
              <a:rPr lang="nb-NO"/>
              <a:t>(1000);</a:t>
            </a:r>
          </a:p>
          <a:p>
            <a:pPr marL="0" indent="0">
              <a:buNone/>
            </a:pPr>
            <a:r>
              <a:rPr lang="nb-NO"/>
              <a:t>}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0FADAFD-4C5D-30AE-A87A-6F5649ACF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27.10.2025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241FE8A9-62E4-62EF-0980-A81E60103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7563B69-C156-4B72-9AE7-1BD648694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7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64488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A650ABF-2EB1-5FED-BA5E-72C1FF422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/>
              <a:t>Hvor ofte bør man måle?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A10870CB-56CA-7F8F-DAAC-400EA2324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27.10.2025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808A9B69-15F6-67B9-5656-0957BC550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0FED7B3-747D-01F3-8724-96865CE2B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8</a:t>
            </a:fld>
            <a:endParaRPr lang="nb-NO"/>
          </a:p>
        </p:txBody>
      </p:sp>
      <p:graphicFrame>
        <p:nvGraphicFramePr>
          <p:cNvPr id="7" name="Tabell 6">
            <a:extLst>
              <a:ext uri="{FF2B5EF4-FFF2-40B4-BE49-F238E27FC236}">
                <a16:creationId xmlns:a16="http://schemas.microsoft.com/office/drawing/2014/main" id="{0CDDCE69-324B-B724-32BB-C9E8DF5046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6829206"/>
              </p:ext>
            </p:extLst>
          </p:nvPr>
        </p:nvGraphicFramePr>
        <p:xfrm>
          <a:off x="457200" y="1708467"/>
          <a:ext cx="8229600" cy="2377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28146686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99968962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7100187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/>
                        <a:t>Sensor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/>
                        <a:t>Typisk endring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/>
                        <a:t>Anbefalt målefrekvens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4300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b="1"/>
                        <a:t>Luftfuktighet (BME280)</a:t>
                      </a:r>
                      <a:endParaRPr lang="nb-NO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/>
                        <a:t>Endres sakte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/>
                        <a:t>Hvert 5–10 sekund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619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b="1"/>
                        <a:t>Jordfuktighet (kapasitiv)</a:t>
                      </a:r>
                      <a:endParaRPr lang="nb-NO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/>
                        <a:t>Endres svært sakte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/>
                        <a:t>Hvert 5–15 minutt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7843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b="1"/>
                        <a:t>Temperatur</a:t>
                      </a:r>
                      <a:endParaRPr lang="nb-NO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/>
                        <a:t>Stabilt i rom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/>
                        <a:t>Hvert 30–60 sekund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6103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b="1"/>
                        <a:t>Resistiv sensor</a:t>
                      </a:r>
                      <a:endParaRPr lang="nb-NO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/>
                        <a:t>Korroderer raskt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/>
                        <a:t>Kun ved behov (kort puls)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59579"/>
                  </a:ext>
                </a:extLst>
              </a:tr>
            </a:tbl>
          </a:graphicData>
        </a:graphic>
      </p:graphicFrame>
      <p:sp>
        <p:nvSpPr>
          <p:cNvPr id="9" name="TekstSylinder 8">
            <a:extLst>
              <a:ext uri="{FF2B5EF4-FFF2-40B4-BE49-F238E27FC236}">
                <a16:creationId xmlns:a16="http://schemas.microsoft.com/office/drawing/2014/main" id="{1D28D417-3E9F-A0D7-7747-446E1449085B}"/>
              </a:ext>
            </a:extLst>
          </p:cNvPr>
          <p:cNvSpPr txBox="1"/>
          <p:nvPr/>
        </p:nvSpPr>
        <p:spPr>
          <a:xfrm>
            <a:off x="4411576" y="591022"/>
            <a:ext cx="4572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1600"/>
              <a:t>Riktig målefrekvens handler om </a:t>
            </a:r>
            <a:r>
              <a:rPr lang="nb-NO" sz="1600" b="1"/>
              <a:t>balanse mellom presisjon, levetid og effektivitet.</a:t>
            </a:r>
          </a:p>
          <a:p>
            <a:r>
              <a:rPr lang="nb-NO" sz="1600"/>
              <a:t>Mål så sjelden som mulig – men ofte nok til å reagere i tide.</a:t>
            </a:r>
          </a:p>
        </p:txBody>
      </p:sp>
    </p:spTree>
    <p:extLst>
      <p:ext uri="{BB962C8B-B14F-4D97-AF65-F5344CB8AC3E}">
        <p14:creationId xmlns:p14="http://schemas.microsoft.com/office/powerpoint/2010/main" val="2054016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C1825C8-146B-9E9E-7230-0990035E28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nb-NO"/>
              <a:t>⚠️ Korrosjon i fuktsensorer ⚠️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42558FC8-0F77-E07E-E029-14AB639C0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90699-1352-D148-B251-D7C28FB0B6CC}" type="datetime1">
              <a:rPr lang="nb-NO" smtClean="0"/>
              <a:t>27.10.2025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09A05849-4DB9-D843-45E4-B607FB9C8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Martin Arthur Andersen, Fakultet for informasjonsteknologi, ingeniørfag og økonomi</a:t>
            </a:r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C0991AEB-CE06-B2A2-D046-369A0D0C9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9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67732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39695E8-A3C9-C838-251D-E80465613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/>
              <a:t>Hva er korrosjon?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205983F-CB18-DA82-27C0-5DD37D6D2A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/>
          <a:p>
            <a:r>
              <a:rPr lang="nb-NO"/>
              <a:t>Korrosjon er en kjemisk reaksjon der metall reagerer med oksygen og fuktighet.</a:t>
            </a:r>
          </a:p>
          <a:p>
            <a:r>
              <a:rPr lang="nb-NO"/>
              <a:t>Resultatet er nedbrytning av materialet — typisk rust, oksidasjon eller elektrolyse.</a:t>
            </a:r>
          </a:p>
          <a:p>
            <a:r>
              <a:rPr lang="nb-NO"/>
              <a:t>I sensorer oppstår korrosjon når strøm flyter gjennom et fuktig medium (f.eks. jord, vann, luft med høy RH).</a:t>
            </a:r>
          </a:p>
        </p:txBody>
      </p:sp>
      <p:pic>
        <p:nvPicPr>
          <p:cNvPr id="9" name="Bilde 8" descr="Et bilde som inneholder kobling, kabel&#10;&#10;KI-generert innhold kan være feil.">
            <a:extLst>
              <a:ext uri="{FF2B5EF4-FFF2-40B4-BE49-F238E27FC236}">
                <a16:creationId xmlns:a16="http://schemas.microsoft.com/office/drawing/2014/main" id="{9DE2B24E-353B-F507-0D82-920AE9A40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810" y="1200151"/>
            <a:ext cx="2767380" cy="3394472"/>
          </a:xfrm>
          <a:prstGeom prst="rect">
            <a:avLst/>
          </a:prstGeom>
          <a:noFill/>
        </p:spPr>
      </p:pic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ADAA60FB-B343-3DF0-9C62-516E8843F8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27.10.2025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5C9277FD-1F0E-DE4B-10DE-700CB0CE4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8F817748-80AF-13A8-6969-0FEBBCBB6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40903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50A70DC-84BD-9231-CB8A-5B9D5B4E4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/>
              <a:t>Hvorfor skjer det på </a:t>
            </a:r>
            <a:r>
              <a:rPr lang="nb-NO" err="1"/>
              <a:t>resistive</a:t>
            </a:r>
            <a:r>
              <a:rPr lang="nb-NO"/>
              <a:t> sensorer?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04CC2B9-A770-9470-F951-0EE245B75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err="1"/>
              <a:t>Resistive</a:t>
            </a:r>
            <a:r>
              <a:rPr lang="nb-NO"/>
              <a:t> sensorer måler fuktighet ved å sende strøm mellom to metallpinner.</a:t>
            </a:r>
          </a:p>
          <a:p>
            <a:r>
              <a:rPr lang="nb-NO"/>
              <a:t>Vann + oppløste salter → elektrolytt → elektrisk strøm driver </a:t>
            </a:r>
            <a:r>
              <a:rPr lang="nb-NO" b="1"/>
              <a:t>elektrolyse</a:t>
            </a:r>
            <a:r>
              <a:rPr lang="nb-NO"/>
              <a:t>.</a:t>
            </a:r>
          </a:p>
          <a:p>
            <a:r>
              <a:rPr lang="nb-NO"/>
              <a:t>Dette fører til at metallioner løses opp → </a:t>
            </a:r>
            <a:r>
              <a:rPr lang="nb-NO" b="1"/>
              <a:t>sensoren tærer</a:t>
            </a:r>
            <a:r>
              <a:rPr lang="nb-NO"/>
              <a:t>.</a:t>
            </a:r>
          </a:p>
          <a:p>
            <a:r>
              <a:rPr lang="nb-NO"/>
              <a:t>Måleverdier endrer seg over tid</a:t>
            </a:r>
          </a:p>
          <a:p>
            <a:r>
              <a:rPr lang="nb-NO"/>
              <a:t>Sensoren slutter å virke etter få dager/uker</a:t>
            </a:r>
          </a:p>
          <a:p>
            <a:r>
              <a:rPr lang="nb-NO"/>
              <a:t>Jordens kjemiske sammensetning påvirkes</a:t>
            </a:r>
          </a:p>
          <a:p>
            <a:endParaRPr lang="nb-NO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E443B464-D96D-4A75-D53B-5ABDBC214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27.10.2025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E6ACDB48-8FAB-4888-1DFA-7372ACBBE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A1395503-E6F9-24D3-19FF-221D0F561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11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0615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29BBCFD-9209-A129-2D0C-AEC694155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/>
              <a:t>Hvordan unngå korrosjon?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ED0B2A3-F109-A213-6BB0-B6379C0DF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/>
              <a:t>Bruk kapasitiv sensor i stedet for </a:t>
            </a:r>
            <a:r>
              <a:rPr lang="nb-NO" err="1"/>
              <a:t>resistiv</a:t>
            </a:r>
            <a:r>
              <a:rPr lang="nb-NO"/>
              <a:t> </a:t>
            </a:r>
            <a:br>
              <a:rPr lang="nb-NO"/>
            </a:br>
            <a:r>
              <a:rPr lang="nb-NO"/>
              <a:t>→ ingen direkte strøm gjennom jord</a:t>
            </a:r>
          </a:p>
          <a:p>
            <a:r>
              <a:rPr lang="nb-NO"/>
              <a:t>Koble ut strømmen når du ikke måler → via transistor, MOSFET eller digital pin som styres fra </a:t>
            </a:r>
            <a:r>
              <a:rPr lang="nb-NO" err="1"/>
              <a:t>Arduino</a:t>
            </a:r>
            <a:endParaRPr lang="nb-NO"/>
          </a:p>
          <a:p>
            <a:r>
              <a:rPr lang="nb-NO"/>
              <a:t>Bruk lav spenning (3.3 V om mulig)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250257C3-A3CB-8597-63D2-00C25794E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27.10.2025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ED77A92C-BC1D-E8C9-001F-E9765D101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BE2D81B8-E2C6-2DB2-9ECC-B04F1D36D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12</a:t>
            </a:fld>
            <a:endParaRPr lang="nb-NO"/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0085BF94-4309-262D-25A3-1731FBA2F8AC}"/>
              </a:ext>
            </a:extLst>
          </p:cNvPr>
          <p:cNvSpPr txBox="1"/>
          <p:nvPr/>
        </p:nvSpPr>
        <p:spPr>
          <a:xfrm>
            <a:off x="2286000" y="238805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b="0">
                <a:effectLst/>
              </a:rPr>
              <a:t> </a:t>
            </a:r>
            <a:endParaRPr lang="nb-NO"/>
          </a:p>
        </p:txBody>
      </p:sp>
      <p:sp>
        <p:nvSpPr>
          <p:cNvPr id="13" name="TekstSylinder 12">
            <a:extLst>
              <a:ext uri="{FF2B5EF4-FFF2-40B4-BE49-F238E27FC236}">
                <a16:creationId xmlns:a16="http://schemas.microsoft.com/office/drawing/2014/main" id="{F28999A6-2FE3-EBA5-BF2F-195DA411661C}"/>
              </a:ext>
            </a:extLst>
          </p:cNvPr>
          <p:cNvSpPr txBox="1"/>
          <p:nvPr/>
        </p:nvSpPr>
        <p:spPr>
          <a:xfrm>
            <a:off x="2286000" y="238805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b="0">
                <a:effectLst/>
              </a:rPr>
              <a:t> 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17044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B93B87F-4072-2AAB-C946-BF64F8155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/>
              <a:t>Sensoren endrer seg i løpet av levetiden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2D0A26D-B932-A05D-33DF-9C07D9EB9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nb-NO" sz="1800" dirty="0"/>
              <a:t>Over tid </a:t>
            </a:r>
            <a:r>
              <a:rPr lang="nb-NO" sz="1800" b="1" dirty="0"/>
              <a:t>endrer sensoren karakteristikk</a:t>
            </a:r>
            <a:r>
              <a:rPr lang="nb-NO" sz="1800" dirty="0"/>
              <a:t> — den samme fuktigheten gir ikke samme verdi.</a:t>
            </a:r>
          </a:p>
          <a:p>
            <a:r>
              <a:rPr lang="nb-NO" sz="1800" dirty="0"/>
              <a:t>Årsaker:</a:t>
            </a:r>
          </a:p>
          <a:p>
            <a:pPr lvl="1"/>
            <a:r>
              <a:rPr lang="nb-NO" sz="1600" dirty="0"/>
              <a:t>Korrosjon eller oksidasjon av metallflater</a:t>
            </a:r>
          </a:p>
          <a:p>
            <a:pPr lvl="1"/>
            <a:r>
              <a:rPr lang="nb-NO" sz="1600" dirty="0"/>
              <a:t>Endret motstand i materialet</a:t>
            </a:r>
          </a:p>
          <a:p>
            <a:pPr lvl="1"/>
            <a:r>
              <a:rPr lang="nb-NO" sz="1600" dirty="0"/>
              <a:t>Fukt absorberes i kretskortet (PCB)</a:t>
            </a:r>
          </a:p>
          <a:p>
            <a:r>
              <a:rPr lang="nb-NO" sz="1800" dirty="0"/>
              <a:t>Resultat:</a:t>
            </a:r>
            <a:br>
              <a:rPr lang="nb-NO" sz="1800" dirty="0"/>
            </a:br>
            <a:r>
              <a:rPr lang="nb-NO" sz="1800" dirty="0"/>
              <a:t>→ Målingene blir </a:t>
            </a:r>
            <a:r>
              <a:rPr lang="nb-NO" sz="1800" b="1" dirty="0"/>
              <a:t>gradvis feil</a:t>
            </a:r>
            <a:r>
              <a:rPr lang="nb-NO" sz="1800" dirty="0"/>
              <a:t>, ofte uten at man merker det.</a:t>
            </a:r>
          </a:p>
          <a:p>
            <a:r>
              <a:rPr lang="nb-NO" sz="1800" dirty="0"/>
              <a:t>Kalibreringspunkter (tørr/våt) </a:t>
            </a:r>
            <a:r>
              <a:rPr lang="nb-NO" sz="1800" b="1" dirty="0"/>
              <a:t>gjelder bare midlertidig</a:t>
            </a:r>
            <a:r>
              <a:rPr lang="nb-NO" sz="1800" dirty="0"/>
              <a:t>.</a:t>
            </a:r>
          </a:p>
          <a:p>
            <a:r>
              <a:rPr lang="nb-NO" sz="1800" dirty="0"/>
              <a:t>Etter noen uker kan sensorens responskurve forskyves.</a:t>
            </a:r>
          </a:p>
          <a:p>
            <a:r>
              <a:rPr lang="nb-NO" sz="1800" dirty="0"/>
              <a:t>Eksempel:</a:t>
            </a:r>
          </a:p>
          <a:p>
            <a:pPr lvl="1"/>
            <a:r>
              <a:rPr lang="nb-NO" sz="1600" dirty="0"/>
              <a:t>Før: Tørr jord = 300, Våt = 900</a:t>
            </a:r>
          </a:p>
          <a:p>
            <a:pPr lvl="1"/>
            <a:r>
              <a:rPr lang="nb-NO" sz="1600" dirty="0"/>
              <a:t>Nå: Tørr jord = 450, Våt = 950</a:t>
            </a:r>
            <a:br>
              <a:rPr lang="nb-NO" sz="1600" dirty="0"/>
            </a:br>
            <a:r>
              <a:rPr lang="nb-NO" sz="1600" dirty="0"/>
              <a:t>→ Systemet “tror” planten er tørr, selv om den er våt.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BC5C3FC-D47D-598D-7E40-C17817E33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27.10.2025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E8C7531D-44DC-B7CC-1CB3-7F4599716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35E88BE-B384-8F62-ED3B-EE5175FA1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13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48815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E6B1B6D-BEB7-9D5A-B323-856CBA630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b="1" dirty="0"/>
              <a:t>Løsning:</a:t>
            </a:r>
            <a:r>
              <a:rPr lang="nb-NO" dirty="0"/>
              <a:t> regelmessig </a:t>
            </a:r>
            <a:r>
              <a:rPr lang="nb-NO" dirty="0" err="1"/>
              <a:t>rekalibrering</a:t>
            </a:r>
            <a:r>
              <a:rPr lang="nb-NO" dirty="0"/>
              <a:t>.</a:t>
            </a:r>
            <a:br>
              <a:rPr lang="nb-NO" dirty="0"/>
            </a:b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F511CDB-0FFC-06D0-25FB-93DE984CC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b-NO" sz="1800" dirty="0"/>
              <a:t>Ved langvarig eksponering for fuktighet kan </a:t>
            </a:r>
            <a:r>
              <a:rPr lang="nb-NO" sz="1800" b="1" dirty="0"/>
              <a:t>ledningsevne i jord og kretskort øke</a:t>
            </a:r>
            <a:r>
              <a:rPr lang="nb-NO" sz="1800" dirty="0"/>
              <a:t>.</a:t>
            </a:r>
          </a:p>
          <a:p>
            <a:r>
              <a:rPr lang="nb-NO" sz="1800" dirty="0"/>
              <a:t>Dette gir:</a:t>
            </a:r>
          </a:p>
          <a:p>
            <a:pPr lvl="1"/>
            <a:r>
              <a:rPr lang="nb-NO" sz="1600" dirty="0"/>
              <a:t>Økt bakgrunnsstøy</a:t>
            </a:r>
          </a:p>
          <a:p>
            <a:pPr lvl="1"/>
            <a:r>
              <a:rPr lang="nb-NO" sz="1600" dirty="0"/>
              <a:t>Feilaktige analogverdier</a:t>
            </a:r>
          </a:p>
          <a:p>
            <a:pPr lvl="1"/>
            <a:r>
              <a:rPr lang="nb-NO" sz="1600" dirty="0"/>
              <a:t>Uforutsigbare hopp i signalet</a:t>
            </a:r>
          </a:p>
          <a:p>
            <a:r>
              <a:rPr lang="nb-NO" sz="1800" dirty="0"/>
              <a:t>Resultat: Signalbehandling alene klarer ikke kompensere.</a:t>
            </a:r>
          </a:p>
          <a:p>
            <a:r>
              <a:rPr lang="nb-NO" sz="1800" dirty="0"/>
              <a:t>Mikroorganismer vokser på sensoroverflaten i fuktig jord.</a:t>
            </a:r>
          </a:p>
          <a:p>
            <a:r>
              <a:rPr lang="nb-NO" sz="1800" dirty="0"/>
              <a:t>Dette danner et </a:t>
            </a:r>
            <a:r>
              <a:rPr lang="nb-NO" sz="1800" i="1" dirty="0" err="1"/>
              <a:t>biofilm</a:t>
            </a:r>
            <a:r>
              <a:rPr lang="nb-NO" sz="1800" i="1" dirty="0"/>
              <a:t>-lag</a:t>
            </a:r>
            <a:r>
              <a:rPr lang="nb-NO" sz="1800" dirty="0"/>
              <a:t> som endrer sensorens respons.</a:t>
            </a:r>
          </a:p>
          <a:p>
            <a:r>
              <a:rPr lang="nb-NO" sz="1800" dirty="0"/>
              <a:t>Kan føre til at verdiene stabiliseres på “feil” nivå.</a:t>
            </a:r>
          </a:p>
          <a:p>
            <a:r>
              <a:rPr lang="nb-NO" sz="1800" dirty="0"/>
              <a:t>Sensoren kan miste kontakt i kablingen (korrosjon i loddepunkter).</a:t>
            </a:r>
          </a:p>
          <a:p>
            <a:r>
              <a:rPr lang="nb-NO" sz="1800" dirty="0"/>
              <a:t>Jordpartikler kan tære på beskyttelseslaget.</a:t>
            </a:r>
          </a:p>
          <a:p>
            <a:r>
              <a:rPr lang="nb-NO" sz="1800" dirty="0"/>
              <a:t>Til slutt: </a:t>
            </a:r>
            <a:r>
              <a:rPr lang="nb-NO" sz="1800" b="1" dirty="0"/>
              <a:t>sensoren dør permanent</a:t>
            </a:r>
            <a:r>
              <a:rPr lang="nb-NO" sz="1800" dirty="0"/>
              <a:t>.</a:t>
            </a:r>
          </a:p>
          <a:p>
            <a:endParaRPr lang="nb-NO" dirty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96D2D95-E9CC-3D52-6313-799E9BB51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27.10.2025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39067091-F25B-2660-3E37-EC9AD5051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A380A17-A801-9141-F42C-9A2222DB6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14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79945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5D58FAE-F25C-D5BF-8582-7D64FD1CF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NB! Mulige konsekvenser for planter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2018DFB-4DBA-A58F-0BBA-A026ECE48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nb-NO" b="1" dirty="0"/>
              <a:t>Utslipp av metallioner</a:t>
            </a:r>
          </a:p>
          <a:p>
            <a:pPr lvl="1"/>
            <a:r>
              <a:rPr lang="nb-NO" dirty="0"/>
              <a:t>Mange billige sensorer er laget av </a:t>
            </a:r>
            <a:r>
              <a:rPr lang="nb-NO" b="1" dirty="0"/>
              <a:t>kobber, nikkel eller sink</a:t>
            </a:r>
            <a:r>
              <a:rPr lang="nb-NO" dirty="0"/>
              <a:t>.</a:t>
            </a:r>
          </a:p>
          <a:p>
            <a:pPr lvl="1"/>
            <a:r>
              <a:rPr lang="nb-NO" dirty="0"/>
              <a:t>Disse metallene kan </a:t>
            </a:r>
            <a:r>
              <a:rPr lang="nb-NO" b="1" dirty="0"/>
              <a:t>lekke ut</a:t>
            </a:r>
            <a:r>
              <a:rPr lang="nb-NO" dirty="0"/>
              <a:t> som ioner (Cu²⁺, Ni²⁺, Zn²⁺) i vannet rundt røttene.</a:t>
            </a:r>
          </a:p>
          <a:p>
            <a:pPr lvl="1"/>
            <a:r>
              <a:rPr lang="nb-NO" dirty="0"/>
              <a:t>Ved høy konsentrasjon er de </a:t>
            </a:r>
            <a:r>
              <a:rPr lang="nb-NO" b="1" dirty="0"/>
              <a:t>giftige for planter</a:t>
            </a:r>
            <a:r>
              <a:rPr lang="nb-NO" dirty="0"/>
              <a:t> (spesielt kobber og nikkel hemmer rotvekst og enzymaktivitet).</a:t>
            </a:r>
          </a:p>
          <a:p>
            <a:r>
              <a:rPr lang="nb-NO" b="1" dirty="0"/>
              <a:t>Endret pH og mikrobiologi</a:t>
            </a:r>
          </a:p>
          <a:p>
            <a:pPr lvl="1"/>
            <a:r>
              <a:rPr lang="nb-NO" dirty="0"/>
              <a:t>Elektrolyse kan gjøre jorden </a:t>
            </a:r>
            <a:r>
              <a:rPr lang="nb-NO" b="1" dirty="0"/>
              <a:t>mer sur (lav pH)</a:t>
            </a:r>
            <a:r>
              <a:rPr lang="nb-NO" dirty="0"/>
              <a:t> ved anoden.</a:t>
            </a:r>
          </a:p>
          <a:p>
            <a:pPr lvl="1"/>
            <a:r>
              <a:rPr lang="nb-NO" dirty="0"/>
              <a:t>Dette skader jordbakterier og sopp som er viktige for plantens næringsopptak.</a:t>
            </a:r>
          </a:p>
          <a:p>
            <a:pPr lvl="1"/>
            <a:r>
              <a:rPr lang="nb-NO" dirty="0"/>
              <a:t>Over tid blir området rundt sensorpinnene «sterilt».</a:t>
            </a:r>
          </a:p>
          <a:p>
            <a:r>
              <a:rPr lang="nb-NO" b="1" dirty="0"/>
              <a:t>Elektriske felt og saltkonsentrasjon</a:t>
            </a:r>
          </a:p>
          <a:p>
            <a:pPr lvl="1"/>
            <a:r>
              <a:rPr lang="nb-NO" dirty="0"/>
              <a:t>Kontinuerlig strømflyt øker </a:t>
            </a:r>
            <a:r>
              <a:rPr lang="nb-NO" b="1" dirty="0"/>
              <a:t>saltmengden</a:t>
            </a:r>
            <a:r>
              <a:rPr lang="nb-NO" dirty="0"/>
              <a:t> i jorda (ioner flytter seg).</a:t>
            </a:r>
          </a:p>
          <a:p>
            <a:pPr lvl="1"/>
            <a:r>
              <a:rPr lang="nb-NO" dirty="0"/>
              <a:t>Dette kan føre til </a:t>
            </a:r>
            <a:r>
              <a:rPr lang="nb-NO" b="1" dirty="0"/>
              <a:t>skade på røtter</a:t>
            </a:r>
            <a:r>
              <a:rPr lang="nb-NO" dirty="0"/>
              <a:t> eller redusert vannopptak.</a:t>
            </a:r>
          </a:p>
          <a:p>
            <a:pPr marL="0" indent="0">
              <a:buNone/>
            </a:pPr>
            <a:endParaRPr lang="nb-NO" dirty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16F0CB70-EE31-2D11-5882-58AF86C08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27.10.2025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5D40B49A-EEB2-DFDC-B4AA-B65B941A5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4C113307-1364-2E58-1251-D02896BB5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15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09688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3E1E3B0-777B-C576-B1B8-3792D48843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nb-NO"/>
              <a:t>Eksempel fra virkeligheten:</a:t>
            </a:r>
            <a:br>
              <a:rPr lang="nb-NO"/>
            </a:br>
            <a:r>
              <a:rPr lang="en-US" sz="2200"/>
              <a:t>Monitoring Indoor Strawberry Cultivation: </a:t>
            </a:r>
            <a:br>
              <a:rPr lang="en-US" sz="2200"/>
            </a:br>
            <a:r>
              <a:rPr lang="en-US" sz="2200"/>
              <a:t>Tracking Plant Development and Predicting Changes</a:t>
            </a:r>
            <a:br>
              <a:rPr lang="en-US" sz="2200"/>
            </a:br>
            <a:r>
              <a:rPr lang="en-US" sz="2200"/>
              <a:t>in Environmental Variables</a:t>
            </a:r>
            <a:endParaRPr lang="nb-NO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EC015B18-0650-A1F1-55D8-4CF3D6547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90699-1352-D148-B251-D7C28FB0B6CC}" type="datetime1">
              <a:rPr lang="nb-NO" smtClean="0"/>
              <a:t>27.10.2025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E548B448-9785-230A-095E-4D1F02C70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117BA7E6-0FC5-E1AF-A35E-09B55122A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16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848696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e 7">
            <a:extLst>
              <a:ext uri="{FF2B5EF4-FFF2-40B4-BE49-F238E27FC236}">
                <a16:creationId xmlns:a16="http://schemas.microsoft.com/office/drawing/2014/main" id="{16504DA7-CBA3-2A31-D226-33431CF49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40" y="100262"/>
            <a:ext cx="7973520" cy="4485105"/>
          </a:xfrm>
          <a:prstGeom prst="rect">
            <a:avLst/>
          </a:prstGeom>
          <a:noFill/>
        </p:spPr>
      </p:pic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B4B969C8-E7A5-19EB-025C-786203325A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27.10.2025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491CC0C3-DFD2-85B3-BA41-28AE1E0A3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927EB215-DEBC-2F8E-CEB0-D982CA95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17</a:t>
            </a:fld>
            <a:endParaRPr lang="nb-NO"/>
          </a:p>
        </p:txBody>
      </p:sp>
      <p:pic>
        <p:nvPicPr>
          <p:cNvPr id="11" name="Bilde 10">
            <a:extLst>
              <a:ext uri="{FF2B5EF4-FFF2-40B4-BE49-F238E27FC236}">
                <a16:creationId xmlns:a16="http://schemas.microsoft.com/office/drawing/2014/main" id="{FD5B3A56-7656-A939-B0F7-F4C9427A1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502" y="98841"/>
            <a:ext cx="2301498" cy="45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497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6DCE19A-9C41-7B86-19BC-36D70A3D7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/>
              <a:t>Jordsensorekspriment</a:t>
            </a:r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B959BDCC-62F7-307A-DD88-6C2A3768B968}"/>
              </a:ext>
            </a:extLst>
          </p:cNvPr>
          <p:cNvSpPr txBox="1"/>
          <p:nvPr/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fontAlgn="base">
              <a:spcBef>
                <a:spcPct val="20000"/>
              </a:spcBef>
              <a:buSzPct val="100000"/>
              <a:buBlip>
                <a:blip r:embed="rId2"/>
              </a:buBlip>
            </a:pPr>
            <a:endParaRPr lang="en-US" sz="2000" b="0" i="0" u="none" strike="noStrike">
              <a:effectLst/>
              <a:latin typeface="Source Sans Pro"/>
            </a:endParaRPr>
          </a:p>
          <a:p>
            <a:pPr marL="342900" indent="-342900" fontAlgn="base">
              <a:spcBef>
                <a:spcPct val="20000"/>
              </a:spcBef>
              <a:buSzPct val="100000"/>
              <a:buBlip>
                <a:blip r:embed="rId2"/>
              </a:buBlip>
            </a:pPr>
            <a:r>
              <a:rPr lang="en-US" sz="2000" b="0" i="0" u="none" strike="noStrike">
                <a:effectLst/>
                <a:latin typeface="Source Sans Pro"/>
              </a:rPr>
              <a:t>28 </a:t>
            </a:r>
            <a:r>
              <a:rPr lang="en-US" sz="2000" err="1">
                <a:latin typeface="Source Sans Pro"/>
              </a:rPr>
              <a:t>uker</a:t>
            </a:r>
            <a:endParaRPr lang="en-US" sz="2000" b="0" i="0" u="none" strike="noStrike">
              <a:effectLst/>
              <a:latin typeface="Source Sans Pro"/>
            </a:endParaRPr>
          </a:p>
          <a:p>
            <a:pPr marL="342900" indent="-342900" fontAlgn="base">
              <a:spcBef>
                <a:spcPct val="20000"/>
              </a:spcBef>
              <a:buSzPct val="100000"/>
              <a:buBlip>
                <a:blip r:embed="rId2"/>
              </a:buBlip>
            </a:pPr>
            <a:endParaRPr lang="en-US" sz="2000" b="0" i="0" u="none" strike="noStrike">
              <a:effectLst/>
              <a:latin typeface="Source Sans Pro"/>
            </a:endParaRPr>
          </a:p>
          <a:p>
            <a:pPr marL="342900" indent="-342900" fontAlgn="base">
              <a:spcBef>
                <a:spcPct val="20000"/>
              </a:spcBef>
              <a:buSzPct val="100000"/>
              <a:buBlip>
                <a:blip r:embed="rId2"/>
              </a:buBlip>
            </a:pPr>
            <a:r>
              <a:rPr lang="en-US" sz="2000" b="0" i="0" u="none" strike="noStrike">
                <a:effectLst/>
                <a:latin typeface="Source Sans Pro"/>
              </a:rPr>
              <a:t>8 x 2 </a:t>
            </a:r>
            <a:r>
              <a:rPr lang="en-US" sz="2000" b="0" i="0" u="none" strike="noStrike" err="1">
                <a:effectLst/>
                <a:latin typeface="Source Sans Pro"/>
              </a:rPr>
              <a:t>Sensorer</a:t>
            </a:r>
            <a:endParaRPr lang="en-US" sz="2000" b="0" i="0" u="none" strike="noStrike">
              <a:effectLst/>
              <a:latin typeface="Source Sans Pro"/>
            </a:endParaRPr>
          </a:p>
          <a:p>
            <a:pPr marL="342900" indent="-342900" fontAlgn="base">
              <a:spcBef>
                <a:spcPct val="20000"/>
              </a:spcBef>
              <a:spcAft>
                <a:spcPts val="1200"/>
              </a:spcAft>
              <a:buSzPct val="100000"/>
              <a:buBlip>
                <a:blip r:embed="rId2"/>
              </a:buBlip>
            </a:pPr>
            <a:endParaRPr lang="en-US" sz="2000" b="0" i="0" u="none" strike="noStrike">
              <a:effectLst/>
              <a:latin typeface="Source Sans Pro"/>
            </a:endParaRPr>
          </a:p>
          <a:p>
            <a:pPr marL="342900" indent="-342900" fontAlgn="base">
              <a:spcBef>
                <a:spcPct val="20000"/>
              </a:spcBef>
              <a:spcAft>
                <a:spcPts val="1200"/>
              </a:spcAft>
              <a:buSzPct val="100000"/>
              <a:buBlip>
                <a:blip r:embed="rId2"/>
              </a:buBlip>
            </a:pPr>
            <a:r>
              <a:rPr lang="en-US" sz="2000" b="0" i="0" u="none" strike="noStrike" err="1">
                <a:effectLst/>
                <a:latin typeface="Source Sans Pro"/>
              </a:rPr>
              <a:t>Testet</a:t>
            </a:r>
            <a:r>
              <a:rPr lang="en-US" sz="2000" b="0" i="0" u="none" strike="noStrike">
                <a:effectLst/>
                <a:latin typeface="Source Sans Pro"/>
              </a:rPr>
              <a:t> mot</a:t>
            </a:r>
            <a:br>
              <a:rPr lang="en-US" sz="2000" b="0" i="0" u="none" strike="noStrike">
                <a:effectLst/>
                <a:latin typeface="Source Sans Pro"/>
              </a:rPr>
            </a:br>
            <a:r>
              <a:rPr lang="en-US" sz="2000" b="0" i="0" u="none" strike="noStrike">
                <a:effectLst/>
                <a:latin typeface="Source Sans Pro"/>
              </a:rPr>
              <a:t>XLUX Soil </a:t>
            </a:r>
            <a:br>
              <a:rPr lang="en-US" sz="2000" b="0" i="0" u="none" strike="noStrike">
                <a:effectLst/>
                <a:latin typeface="Source Sans Pro"/>
              </a:rPr>
            </a:br>
            <a:r>
              <a:rPr lang="en-US" sz="2000" b="0" i="0" u="none" strike="noStrike">
                <a:effectLst/>
                <a:latin typeface="Source Sans Pro"/>
              </a:rPr>
              <a:t>Moisture Meter</a:t>
            </a:r>
          </a:p>
        </p:txBody>
      </p:sp>
      <p:pic>
        <p:nvPicPr>
          <p:cNvPr id="8" name="Plassholder for innhold 7" descr="Et bilde som inneholder tekst, skjermbilde, Plottdiagram, Font&#10;&#10;KI-generert innhold kan være feil.">
            <a:extLst>
              <a:ext uri="{FF2B5EF4-FFF2-40B4-BE49-F238E27FC236}">
                <a16:creationId xmlns:a16="http://schemas.microsoft.com/office/drawing/2014/main" id="{8BA035E4-2503-A147-3099-04A27943547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595966" y="1157188"/>
            <a:ext cx="6486041" cy="3356527"/>
          </a:xfrm>
          <a:noFill/>
        </p:spPr>
      </p:pic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2D7038D1-4919-C675-F259-9D3729CCBB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27.10.2025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B347501A-1C3A-71F3-F9B1-A8B72B0CF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nb-NO" kern="1200" dirty="0">
                <a:latin typeface="Source Sans Pro"/>
                <a:ea typeface="+mn-ea"/>
                <a:cs typeface="+mn-cs"/>
              </a:rPr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BAB570F3-52B9-1044-5D8D-78D1C7C68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18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276408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51DFAA4-45F0-73AA-236E-A0767871E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Kalibrering av fuktsensor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7A100961-C0EF-B80D-1ED8-7137FD3F72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40000" lnSpcReduction="20000"/>
              </a:bodyPr>
              <a:lstStyle/>
              <a:p>
                <a:r>
                  <a:rPr lang="nb-NO" dirty="0"/>
                  <a:t>Hver sensor gir ulike </a:t>
                </a:r>
                <a:r>
                  <a:rPr lang="nb-NO" dirty="0" err="1"/>
                  <a:t>råverdier</a:t>
                </a:r>
                <a:r>
                  <a:rPr lang="nb-NO" dirty="0"/>
                  <a:t> (0–1023) selv i samme jord.</a:t>
                </a:r>
              </a:p>
              <a:p>
                <a:r>
                  <a:rPr lang="nb-NO" dirty="0"/>
                  <a:t>Jordtype, temperatur og ledningsevne påvirker målingen.</a:t>
                </a:r>
              </a:p>
              <a:p>
                <a:r>
                  <a:rPr lang="nb-NO" dirty="0"/>
                  <a:t>Kalibrering gjør at du kan </a:t>
                </a:r>
                <a:r>
                  <a:rPr lang="nb-NO" b="1" dirty="0"/>
                  <a:t>oversette rådata til prosentvis fuktighet (%RH i jord).</a:t>
                </a:r>
              </a:p>
              <a:p>
                <a:r>
                  <a:rPr lang="nb-NO" dirty="0"/>
                  <a:t>Tørk jorden fullstendig (eller bruk tørr sand).</a:t>
                </a:r>
              </a:p>
              <a:p>
                <a:r>
                  <a:rPr lang="nb-NO" dirty="0"/>
                  <a:t>Stikk sensoren ned og les verdien: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nb-NO" b="0"/>
                      <m:t>minValue</m:t>
                    </m:r>
                    <m:r>
                      <a:rPr lang="nb-NO"/>
                      <m:t>=</m:t>
                    </m:r>
                    <m:r>
                      <m:rPr>
                        <m:nor/>
                      </m:rPr>
                      <a:rPr lang="nb-NO" i="1"/>
                      <m:t>analogRead</m:t>
                    </m:r>
                    <m:r>
                      <m:rPr>
                        <m:nor/>
                      </m:rPr>
                      <a:rPr lang="nb-NO" i="1"/>
                      <m:t>(</m:t>
                    </m:r>
                    <m:r>
                      <m:rPr>
                        <m:nor/>
                      </m:rPr>
                      <a:rPr lang="nb-NO" i="1"/>
                      <m:t>A</m:t>
                    </m:r>
                    <m:r>
                      <m:rPr>
                        <m:nor/>
                      </m:rPr>
                      <a:rPr lang="nb-NO" i="1"/>
                      <m:t>0)</m:t>
                    </m:r>
                  </m:oMath>
                </a14:m>
                <a:br>
                  <a:rPr lang="nb-NO" dirty="0"/>
                </a:br>
                <a:r>
                  <a:rPr lang="nb-NO" dirty="0"/>
                  <a:t>Vann jorden til den er helt mettet (men ikke oversvømt).</a:t>
                </a:r>
              </a:p>
              <a:p>
                <a:r>
                  <a:rPr lang="nb-NO" dirty="0"/>
                  <a:t>Les verdien: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nb-NO" b="0"/>
                      <m:t>maxValue</m:t>
                    </m:r>
                    <m:r>
                      <a:rPr lang="nb-NO"/>
                      <m:t>=</m:t>
                    </m:r>
                    <m:r>
                      <m:rPr>
                        <m:nor/>
                      </m:rPr>
                      <a:rPr lang="nb-NO" i="1"/>
                      <m:t>analogRead</m:t>
                    </m:r>
                    <m:r>
                      <m:rPr>
                        <m:nor/>
                      </m:rPr>
                      <a:rPr lang="nb-NO" i="1"/>
                      <m:t>(</m:t>
                    </m:r>
                    <m:r>
                      <m:rPr>
                        <m:nor/>
                      </m:rPr>
                      <a:rPr lang="nb-NO" i="1"/>
                      <m:t>A</m:t>
                    </m:r>
                    <m:r>
                      <m:rPr>
                        <m:nor/>
                      </m:rPr>
                      <a:rPr lang="nb-NO" i="1"/>
                      <m:t>0)</m:t>
                    </m:r>
                  </m:oMath>
                </a14:m>
                <a:br>
                  <a:rPr lang="nb-NO" dirty="0"/>
                </a:br>
                <a:endParaRPr lang="nb-NO" dirty="0"/>
              </a:p>
              <a:p>
                <a:r>
                  <a:rPr lang="nb-NO" dirty="0"/>
                  <a:t>Bruk lineær skalering for å omgjøre til prosent: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nb-NO" b="0"/>
                      <m:t>moisturePercent</m:t>
                    </m:r>
                    <m:r>
                      <a:rPr lang="nb-NO"/>
                      <m:t>=</m:t>
                    </m:r>
                    <m:r>
                      <a:rPr lang="nb-NO"/>
                      <m:t>100</m:t>
                    </m:r>
                    <m:r>
                      <a:rPr lang="nb-NO"/>
                      <m:t>×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d>
                          <m:dPr>
                            <m:ctrlPr>
                              <a:rPr lang="ar-AE" i="1"/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nb-NO" i="1"/>
                              <m:t>value</m:t>
                            </m:r>
                            <m:r>
                              <a:rPr lang="nb-NO"/>
                              <m:t>−</m:t>
                            </m:r>
                            <m:r>
                              <m:rPr>
                                <m:nor/>
                              </m:rPr>
                              <a:rPr lang="nb-NO" i="1"/>
                              <m:t>minValue</m:t>
                            </m:r>
                          </m:e>
                        </m:d>
                      </m:num>
                      <m:den>
                        <m:d>
                          <m:dPr>
                            <m:ctrlPr>
                              <a:rPr lang="ar-AE" i="1"/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nb-NO" i="1"/>
                              <m:t>maxValue</m:t>
                            </m:r>
                            <m:r>
                              <a:rPr lang="nb-NO"/>
                              <m:t>−</m:t>
                            </m:r>
                            <m:r>
                              <m:rPr>
                                <m:nor/>
                              </m:rPr>
                              <a:rPr lang="nb-NO" i="1"/>
                              <m:t>minValue</m:t>
                            </m:r>
                          </m:e>
                        </m:d>
                      </m:den>
                    </m:f>
                  </m:oMath>
                </a14:m>
                <a:endParaRPr lang="ar-AE" b="0" dirty="0"/>
              </a:p>
              <a:p>
                <a:r>
                  <a:rPr lang="nb-NO" dirty="0"/>
                  <a:t>I </a:t>
                </a:r>
                <a:r>
                  <a:rPr lang="nb-NO" dirty="0" err="1"/>
                  <a:t>Arduino</a:t>
                </a:r>
                <a:r>
                  <a:rPr lang="nb-NO" dirty="0"/>
                  <a:t>:</a:t>
                </a:r>
              </a:p>
              <a:p>
                <a:pPr lvl="1"/>
                <a:r>
                  <a:rPr lang="nb-NO" dirty="0" err="1"/>
                  <a:t>int</a:t>
                </a:r>
                <a:r>
                  <a:rPr lang="nb-NO" dirty="0"/>
                  <a:t> </a:t>
                </a:r>
                <a:r>
                  <a:rPr lang="nb-NO" dirty="0" err="1"/>
                  <a:t>value</a:t>
                </a:r>
                <a:r>
                  <a:rPr lang="nb-NO" dirty="0"/>
                  <a:t> = </a:t>
                </a:r>
                <a:r>
                  <a:rPr lang="nb-NO" dirty="0" err="1"/>
                  <a:t>analogRead</a:t>
                </a:r>
                <a:r>
                  <a:rPr lang="nb-NO" dirty="0"/>
                  <a:t>(A0);</a:t>
                </a:r>
              </a:p>
              <a:p>
                <a:pPr lvl="1"/>
                <a:r>
                  <a:rPr lang="nb-NO" dirty="0" err="1"/>
                  <a:t>int</a:t>
                </a:r>
                <a:r>
                  <a:rPr lang="nb-NO" dirty="0"/>
                  <a:t> </a:t>
                </a:r>
                <a:r>
                  <a:rPr lang="nb-NO" dirty="0" err="1"/>
                  <a:t>moisture</a:t>
                </a:r>
                <a:r>
                  <a:rPr lang="nb-NO" dirty="0"/>
                  <a:t> = </a:t>
                </a:r>
                <a:r>
                  <a:rPr lang="nb-NO" dirty="0" err="1"/>
                  <a:t>map</a:t>
                </a:r>
                <a:r>
                  <a:rPr lang="nb-NO" dirty="0"/>
                  <a:t>(</a:t>
                </a:r>
                <a:r>
                  <a:rPr lang="nb-NO" dirty="0" err="1"/>
                  <a:t>value</a:t>
                </a:r>
                <a:r>
                  <a:rPr lang="nb-NO" dirty="0"/>
                  <a:t>, </a:t>
                </a:r>
                <a:r>
                  <a:rPr lang="nb-NO" dirty="0" err="1"/>
                  <a:t>minValue</a:t>
                </a:r>
                <a:r>
                  <a:rPr lang="nb-NO" dirty="0"/>
                  <a:t>, </a:t>
                </a:r>
                <a:r>
                  <a:rPr lang="nb-NO" dirty="0" err="1"/>
                  <a:t>maxValue</a:t>
                </a:r>
                <a:r>
                  <a:rPr lang="nb-NO" dirty="0"/>
                  <a:t>, 0, 100);</a:t>
                </a:r>
              </a:p>
              <a:p>
                <a:pPr lvl="1"/>
                <a:r>
                  <a:rPr lang="nb-NO" dirty="0" err="1"/>
                  <a:t>moisture</a:t>
                </a:r>
                <a:r>
                  <a:rPr lang="nb-NO" dirty="0"/>
                  <a:t> = </a:t>
                </a:r>
                <a:r>
                  <a:rPr lang="nb-NO" dirty="0" err="1"/>
                  <a:t>constrain</a:t>
                </a:r>
                <a:r>
                  <a:rPr lang="nb-NO" dirty="0"/>
                  <a:t>(</a:t>
                </a:r>
                <a:r>
                  <a:rPr lang="nb-NO" dirty="0" err="1"/>
                  <a:t>moisture</a:t>
                </a:r>
                <a:r>
                  <a:rPr lang="nb-NO" dirty="0"/>
                  <a:t>, 0, 100);</a:t>
                </a:r>
              </a:p>
              <a:p>
                <a:pPr lvl="1"/>
                <a:r>
                  <a:rPr lang="nb-NO" dirty="0" err="1"/>
                  <a:t>Serial.println</a:t>
                </a:r>
                <a:r>
                  <a:rPr lang="nb-NO" dirty="0"/>
                  <a:t>(</a:t>
                </a:r>
                <a:r>
                  <a:rPr lang="nb-NO" dirty="0" err="1"/>
                  <a:t>moisture</a:t>
                </a:r>
                <a:r>
                  <a:rPr lang="nb-NO" dirty="0"/>
                  <a:t>);</a:t>
                </a:r>
              </a:p>
              <a:p>
                <a:pPr marL="0" indent="0">
                  <a:buNone/>
                </a:pPr>
                <a:endParaRPr lang="nb-NO" dirty="0"/>
              </a:p>
              <a:p>
                <a:r>
                  <a:rPr lang="nb-NO" b="1" dirty="0"/>
                  <a:t>Tips</a:t>
                </a:r>
              </a:p>
              <a:p>
                <a:pPr lvl="1"/>
                <a:r>
                  <a:rPr lang="nb-NO" dirty="0"/>
                  <a:t>Kalibrer på nytt hvis sensoren har vært brukt lenge eller byttet jordtype.</a:t>
                </a:r>
              </a:p>
              <a:p>
                <a:pPr lvl="1"/>
                <a:r>
                  <a:rPr lang="nb-NO" dirty="0"/>
                  <a:t>Bruk </a:t>
                </a:r>
                <a:r>
                  <a:rPr lang="nb-NO" b="1" dirty="0"/>
                  <a:t>gjennomsnitt av flere målinger</a:t>
                </a:r>
                <a:r>
                  <a:rPr lang="nb-NO" dirty="0"/>
                  <a:t> for stabilitet.</a:t>
                </a:r>
              </a:p>
              <a:p>
                <a:pPr lvl="1"/>
                <a:r>
                  <a:rPr lang="nb-NO" dirty="0"/>
                  <a:t>Lagre </a:t>
                </a:r>
                <a:r>
                  <a:rPr lang="nb-NO" dirty="0" err="1"/>
                  <a:t>minValue</a:t>
                </a:r>
                <a:r>
                  <a:rPr lang="nb-NO" dirty="0"/>
                  <a:t> og </a:t>
                </a:r>
                <a:r>
                  <a:rPr lang="nb-NO" dirty="0" err="1"/>
                  <a:t>maxValue</a:t>
                </a:r>
                <a:r>
                  <a:rPr lang="nb-NO" dirty="0"/>
                  <a:t> i kode for rask kalibrering.</a:t>
                </a:r>
              </a:p>
            </p:txBody>
          </p:sp>
        </mc:Choice>
        <mc:Fallback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7A100961-C0EF-B80D-1ED8-7137FD3F72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539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FAC4D945-4407-E5A3-FE78-8E2BE9A43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27.10.2025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DD4A65D3-5A9C-6B06-25E5-4AAFCECB5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7597184E-889F-08FE-8BB3-C4EB22713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19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789460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1A27258-D385-63AA-27E5-00334D55EE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/>
              <a:t>Signalbehandling – 5 vanlige typer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7EF142EF-0D32-D3DF-FBEE-EAE795810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90699-1352-D148-B251-D7C28FB0B6CC}" type="datetime1">
              <a:rPr lang="nb-NO" smtClean="0"/>
              <a:t>27.10.2025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3A4BDAF6-018C-2C43-F523-5DED4D4BD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08E93CD5-E73E-AC22-7424-E7B7CA9EE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20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806991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A8ED7FF-ACC8-3E11-F268-270B3CFC0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/>
              <a:t>Signalbehandling av fuktsensor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31C8128-8024-96F6-0EA5-8226952BCD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nb-NO" sz="1700"/>
              <a:t>Fuktsensorer gir ofte </a:t>
            </a:r>
            <a:r>
              <a:rPr lang="nb-NO" sz="1700" b="1"/>
              <a:t>støyete og ustabile signaler</a:t>
            </a:r>
            <a:r>
              <a:rPr lang="nb-NO" sz="1700"/>
              <a:t>, spesielt i jordmiljø eller ved elektrisk interferens.</a:t>
            </a:r>
            <a:br>
              <a:rPr lang="nb-NO" sz="1700"/>
            </a:br>
            <a:r>
              <a:rPr lang="nb-NO" sz="1700"/>
              <a:t>For å unngå feilaktige beslutninger (f.eks. unødvendig vanning), må signalet </a:t>
            </a:r>
            <a:r>
              <a:rPr lang="nb-NO" sz="1700" b="1"/>
              <a:t>filtreres og tolkes</a:t>
            </a:r>
            <a:r>
              <a:rPr lang="nb-NO" sz="1700"/>
              <a:t>.</a:t>
            </a:r>
          </a:p>
          <a:p>
            <a:pPr>
              <a:lnSpc>
                <a:spcPct val="90000"/>
              </a:lnSpc>
            </a:pPr>
            <a:r>
              <a:rPr lang="nb-NO" sz="1700"/>
              <a:t>Du skal derfor:</a:t>
            </a:r>
          </a:p>
          <a:p>
            <a:pPr lvl="1">
              <a:lnSpc>
                <a:spcPct val="90000"/>
              </a:lnSpc>
            </a:pPr>
            <a:r>
              <a:rPr lang="nb-NO" sz="1700"/>
              <a:t>Lese analoge verdier fra sensoren.</a:t>
            </a:r>
          </a:p>
          <a:p>
            <a:pPr lvl="1">
              <a:lnSpc>
                <a:spcPct val="90000"/>
              </a:lnSpc>
            </a:pPr>
            <a:r>
              <a:rPr lang="nb-NO" sz="1700"/>
              <a:t>Bruke signalbehandling til å glatte data.</a:t>
            </a:r>
          </a:p>
          <a:p>
            <a:pPr lvl="1">
              <a:lnSpc>
                <a:spcPct val="90000"/>
              </a:lnSpc>
            </a:pPr>
            <a:r>
              <a:rPr lang="nb-NO" sz="1700"/>
              <a:t>Sammenligne effekten av ulike filtreringsmetoder.</a:t>
            </a:r>
          </a:p>
          <a:p>
            <a:pPr>
              <a:lnSpc>
                <a:spcPct val="90000"/>
              </a:lnSpc>
            </a:pPr>
            <a:endParaRPr lang="nb-NO" sz="1700"/>
          </a:p>
        </p:txBody>
      </p:sp>
      <p:pic>
        <p:nvPicPr>
          <p:cNvPr id="8" name="Bilde 7" descr="Et bilde som inneholder tekst, diagram, line, Plottdiagram&#10;&#10;KI-generert innhold kan være feil.">
            <a:extLst>
              <a:ext uri="{FF2B5EF4-FFF2-40B4-BE49-F238E27FC236}">
                <a16:creationId xmlns:a16="http://schemas.microsoft.com/office/drawing/2014/main" id="{D936D1F1-D935-31EA-C85A-DD03594700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520" r="23115" b="8520"/>
          <a:stretch>
            <a:fillRect/>
          </a:stretch>
        </p:blipFill>
        <p:spPr>
          <a:xfrm>
            <a:off x="4648200" y="1549504"/>
            <a:ext cx="4038600" cy="2695765"/>
          </a:xfrm>
          <a:prstGeom prst="rect">
            <a:avLst/>
          </a:prstGeom>
          <a:noFill/>
        </p:spPr>
      </p:pic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ED79D7B8-ECC6-06B4-7BB8-5FB728A91B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27.10.2025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AE7C8615-1549-599D-4156-ED44DC3C0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nb-NO" dirty="0"/>
              <a:t>Martin Arthur Andersen, Fakultet for informasjonsteknologi, ingeniørfag og økonomi</a:t>
            </a:r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32D7BD92-D8C0-ADDD-7A10-F24C074EA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21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204770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E1EEC4A-B32A-4AE7-6371-ADB513F60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/>
              <a:t>Glidende gjennomsnitt (</a:t>
            </a:r>
            <a:r>
              <a:rPr lang="nb-NO" err="1"/>
              <a:t>Moving</a:t>
            </a:r>
            <a:r>
              <a:rPr lang="nb-NO"/>
              <a:t> </a:t>
            </a:r>
            <a:r>
              <a:rPr lang="nb-NO" err="1"/>
              <a:t>Average</a:t>
            </a:r>
            <a:r>
              <a:rPr lang="nb-NO"/>
              <a:t> Filter)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7C790AD-EC65-2E90-20A9-03E313BF9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nb-NO" b="1"/>
              <a:t>Formål:</a:t>
            </a:r>
            <a:r>
              <a:rPr lang="nb-NO"/>
              <a:t> Fjerne tilfeldig støy og glatte signalet.</a:t>
            </a:r>
          </a:p>
          <a:p>
            <a:pPr marL="0" indent="0">
              <a:buNone/>
            </a:pPr>
            <a:endParaRPr lang="nb-NO"/>
          </a:p>
          <a:p>
            <a:pPr marL="0" indent="0">
              <a:buNone/>
            </a:pPr>
            <a:r>
              <a:rPr lang="nb-NO" err="1"/>
              <a:t>const</a:t>
            </a:r>
            <a:r>
              <a:rPr lang="nb-NO"/>
              <a:t> </a:t>
            </a:r>
            <a:r>
              <a:rPr lang="nb-NO" err="1"/>
              <a:t>int</a:t>
            </a:r>
            <a:r>
              <a:rPr lang="nb-NO"/>
              <a:t> N = 10;</a:t>
            </a:r>
          </a:p>
          <a:p>
            <a:pPr marL="0" indent="0">
              <a:buNone/>
            </a:pPr>
            <a:r>
              <a:rPr lang="nb-NO" err="1"/>
              <a:t>int</a:t>
            </a:r>
            <a:r>
              <a:rPr lang="nb-NO"/>
              <a:t> </a:t>
            </a:r>
            <a:r>
              <a:rPr lang="nb-NO" err="1"/>
              <a:t>readings</a:t>
            </a:r>
            <a:r>
              <a:rPr lang="nb-NO"/>
              <a:t>[N];</a:t>
            </a:r>
          </a:p>
          <a:p>
            <a:pPr marL="0" indent="0">
              <a:buNone/>
            </a:pPr>
            <a:r>
              <a:rPr lang="nb-NO" err="1"/>
              <a:t>int</a:t>
            </a:r>
            <a:r>
              <a:rPr lang="nb-NO"/>
              <a:t> </a:t>
            </a:r>
            <a:r>
              <a:rPr lang="nb-NO" err="1"/>
              <a:t>index</a:t>
            </a:r>
            <a:r>
              <a:rPr lang="nb-NO"/>
              <a:t> = 0;</a:t>
            </a:r>
          </a:p>
          <a:p>
            <a:pPr marL="0" indent="0">
              <a:buNone/>
            </a:pPr>
            <a:r>
              <a:rPr lang="nb-NO" err="1"/>
              <a:t>long</a:t>
            </a:r>
            <a:r>
              <a:rPr lang="nb-NO"/>
              <a:t> total = 0;</a:t>
            </a:r>
          </a:p>
          <a:p>
            <a:pPr marL="0" indent="0">
              <a:buNone/>
            </a:pPr>
            <a:endParaRPr lang="nb-NO"/>
          </a:p>
          <a:p>
            <a:pPr marL="0" indent="0">
              <a:buNone/>
            </a:pPr>
            <a:r>
              <a:rPr lang="nb-NO" err="1"/>
              <a:t>int</a:t>
            </a:r>
            <a:r>
              <a:rPr lang="nb-NO"/>
              <a:t> </a:t>
            </a:r>
            <a:r>
              <a:rPr lang="nb-NO" err="1"/>
              <a:t>smoothValue</a:t>
            </a:r>
            <a:r>
              <a:rPr lang="nb-NO"/>
              <a:t>(</a:t>
            </a:r>
            <a:r>
              <a:rPr lang="nb-NO" err="1"/>
              <a:t>int</a:t>
            </a:r>
            <a:r>
              <a:rPr lang="nb-NO"/>
              <a:t> </a:t>
            </a:r>
            <a:r>
              <a:rPr lang="nb-NO" err="1"/>
              <a:t>newVal</a:t>
            </a:r>
            <a:r>
              <a:rPr lang="nb-NO"/>
              <a:t>) {</a:t>
            </a:r>
          </a:p>
          <a:p>
            <a:pPr marL="0" indent="0">
              <a:buNone/>
            </a:pPr>
            <a:r>
              <a:rPr lang="nb-NO"/>
              <a:t>  total -= </a:t>
            </a:r>
            <a:r>
              <a:rPr lang="nb-NO" err="1"/>
              <a:t>readings</a:t>
            </a:r>
            <a:r>
              <a:rPr lang="nb-NO"/>
              <a:t>[</a:t>
            </a:r>
            <a:r>
              <a:rPr lang="nb-NO" err="1"/>
              <a:t>index</a:t>
            </a:r>
            <a:r>
              <a:rPr lang="nb-NO"/>
              <a:t>];</a:t>
            </a:r>
          </a:p>
          <a:p>
            <a:pPr marL="0" indent="0">
              <a:buNone/>
            </a:pPr>
            <a:r>
              <a:rPr lang="nb-NO"/>
              <a:t>  </a:t>
            </a:r>
            <a:r>
              <a:rPr lang="nb-NO" err="1"/>
              <a:t>readings</a:t>
            </a:r>
            <a:r>
              <a:rPr lang="nb-NO"/>
              <a:t>[</a:t>
            </a:r>
            <a:r>
              <a:rPr lang="nb-NO" err="1"/>
              <a:t>index</a:t>
            </a:r>
            <a:r>
              <a:rPr lang="nb-NO"/>
              <a:t>] = </a:t>
            </a:r>
            <a:r>
              <a:rPr lang="nb-NO" err="1"/>
              <a:t>newVal</a:t>
            </a:r>
            <a:r>
              <a:rPr lang="nb-NO"/>
              <a:t>;</a:t>
            </a:r>
          </a:p>
          <a:p>
            <a:pPr marL="0" indent="0">
              <a:buNone/>
            </a:pPr>
            <a:r>
              <a:rPr lang="nb-NO"/>
              <a:t>  total += </a:t>
            </a:r>
            <a:r>
              <a:rPr lang="nb-NO" err="1"/>
              <a:t>newVal</a:t>
            </a:r>
            <a:r>
              <a:rPr lang="nb-NO"/>
              <a:t>;</a:t>
            </a:r>
          </a:p>
          <a:p>
            <a:pPr marL="0" indent="0">
              <a:buNone/>
            </a:pPr>
            <a:r>
              <a:rPr lang="nb-NO"/>
              <a:t>  </a:t>
            </a:r>
            <a:r>
              <a:rPr lang="nb-NO" err="1"/>
              <a:t>index</a:t>
            </a:r>
            <a:r>
              <a:rPr lang="nb-NO"/>
              <a:t> = (</a:t>
            </a:r>
            <a:r>
              <a:rPr lang="nb-NO" err="1"/>
              <a:t>index</a:t>
            </a:r>
            <a:r>
              <a:rPr lang="nb-NO"/>
              <a:t> + 1) % N;</a:t>
            </a:r>
          </a:p>
          <a:p>
            <a:pPr marL="0" indent="0">
              <a:buNone/>
            </a:pPr>
            <a:r>
              <a:rPr lang="nb-NO"/>
              <a:t>  </a:t>
            </a:r>
            <a:r>
              <a:rPr lang="nb-NO" err="1"/>
              <a:t>return</a:t>
            </a:r>
            <a:r>
              <a:rPr lang="nb-NO"/>
              <a:t> total / N;</a:t>
            </a:r>
          </a:p>
          <a:p>
            <a:pPr marL="0" indent="0">
              <a:buNone/>
            </a:pPr>
            <a:r>
              <a:rPr lang="nb-NO"/>
              <a:t>}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1804248-3EB9-1E7A-E169-C5F551E89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27.10.2025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92A234A9-41D2-2EAC-215C-5EFC13D2F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7D5C91A1-CCEC-653E-0989-5ED9F31FA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22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528976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15A63F0-8736-F3B3-7798-5B31D8EDB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/>
              <a:t>Medianfilter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4336E45-D88F-3910-C6A7-5039FCF07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nb-NO" b="1"/>
              <a:t>Formål:</a:t>
            </a:r>
            <a:r>
              <a:rPr lang="nb-NO"/>
              <a:t> Fjerne kortvarige støytopper (spikes).</a:t>
            </a:r>
          </a:p>
          <a:p>
            <a:pPr marL="0" indent="0">
              <a:buNone/>
            </a:pPr>
            <a:r>
              <a:rPr lang="nb-NO" b="1"/>
              <a:t>Prinsipp:</a:t>
            </a:r>
            <a:r>
              <a:rPr lang="nb-NO"/>
              <a:t> Ta de siste </a:t>
            </a:r>
            <a:r>
              <a:rPr lang="nb-NO" i="1"/>
              <a:t>N</a:t>
            </a:r>
            <a:r>
              <a:rPr lang="nb-NO"/>
              <a:t> målingene, sorter dem, og bruk midtverdien.</a:t>
            </a:r>
          </a:p>
          <a:p>
            <a:pPr marL="0" indent="0">
              <a:buNone/>
            </a:pPr>
            <a:endParaRPr lang="nb-NO"/>
          </a:p>
          <a:p>
            <a:pPr marL="0" indent="0">
              <a:buNone/>
            </a:pPr>
            <a:r>
              <a:rPr lang="nb-NO" err="1"/>
              <a:t>int</a:t>
            </a:r>
            <a:r>
              <a:rPr lang="nb-NO"/>
              <a:t> </a:t>
            </a:r>
            <a:r>
              <a:rPr lang="nb-NO" err="1"/>
              <a:t>medianFilter</a:t>
            </a:r>
            <a:r>
              <a:rPr lang="nb-NO"/>
              <a:t>(</a:t>
            </a:r>
            <a:r>
              <a:rPr lang="nb-NO" err="1"/>
              <a:t>int</a:t>
            </a:r>
            <a:r>
              <a:rPr lang="nb-NO"/>
              <a:t> arr[5]) {</a:t>
            </a:r>
          </a:p>
          <a:p>
            <a:pPr marL="0" indent="0">
              <a:buNone/>
            </a:pPr>
            <a:r>
              <a:rPr lang="nb-NO"/>
              <a:t>  </a:t>
            </a:r>
            <a:r>
              <a:rPr lang="nb-NO" err="1"/>
              <a:t>int</a:t>
            </a:r>
            <a:r>
              <a:rPr lang="nb-NO"/>
              <a:t> </a:t>
            </a:r>
            <a:r>
              <a:rPr lang="nb-NO" err="1"/>
              <a:t>sorted</a:t>
            </a:r>
            <a:r>
              <a:rPr lang="nb-NO"/>
              <a:t>[5];</a:t>
            </a:r>
          </a:p>
          <a:p>
            <a:pPr marL="0" indent="0">
              <a:buNone/>
            </a:pPr>
            <a:r>
              <a:rPr lang="nb-NO"/>
              <a:t>  </a:t>
            </a:r>
            <a:r>
              <a:rPr lang="nb-NO" err="1"/>
              <a:t>memcpy</a:t>
            </a:r>
            <a:r>
              <a:rPr lang="nb-NO"/>
              <a:t>(</a:t>
            </a:r>
            <a:r>
              <a:rPr lang="nb-NO" err="1"/>
              <a:t>sorted</a:t>
            </a:r>
            <a:r>
              <a:rPr lang="nb-NO"/>
              <a:t>, arr, </a:t>
            </a:r>
            <a:r>
              <a:rPr lang="nb-NO" err="1"/>
              <a:t>sizeof</a:t>
            </a:r>
            <a:r>
              <a:rPr lang="nb-NO"/>
              <a:t>(</a:t>
            </a:r>
            <a:r>
              <a:rPr lang="nb-NO" err="1"/>
              <a:t>sorted</a:t>
            </a:r>
            <a:r>
              <a:rPr lang="nb-NO"/>
              <a:t>));</a:t>
            </a:r>
          </a:p>
          <a:p>
            <a:pPr marL="0" indent="0">
              <a:buNone/>
            </a:pPr>
            <a:r>
              <a:rPr lang="nb-NO"/>
              <a:t>  for (</a:t>
            </a:r>
            <a:r>
              <a:rPr lang="nb-NO" err="1"/>
              <a:t>int</a:t>
            </a:r>
            <a:r>
              <a:rPr lang="nb-NO"/>
              <a:t> i=0; i&lt;5; i++)</a:t>
            </a:r>
          </a:p>
          <a:p>
            <a:pPr marL="0" indent="0">
              <a:buNone/>
            </a:pPr>
            <a:r>
              <a:rPr lang="nb-NO"/>
              <a:t>    for (</a:t>
            </a:r>
            <a:r>
              <a:rPr lang="nb-NO" err="1"/>
              <a:t>int</a:t>
            </a:r>
            <a:r>
              <a:rPr lang="nb-NO"/>
              <a:t> j=i+1; j&lt;5; </a:t>
            </a:r>
            <a:r>
              <a:rPr lang="nb-NO" err="1"/>
              <a:t>j++</a:t>
            </a:r>
            <a:r>
              <a:rPr lang="nb-NO"/>
              <a:t>)</a:t>
            </a:r>
          </a:p>
          <a:p>
            <a:pPr marL="0" indent="0">
              <a:buNone/>
            </a:pPr>
            <a:r>
              <a:rPr lang="nb-NO"/>
              <a:t>      </a:t>
            </a:r>
            <a:r>
              <a:rPr lang="nb-NO" err="1"/>
              <a:t>if</a:t>
            </a:r>
            <a:r>
              <a:rPr lang="nb-NO"/>
              <a:t> (</a:t>
            </a:r>
            <a:r>
              <a:rPr lang="nb-NO" err="1"/>
              <a:t>sorted</a:t>
            </a:r>
            <a:r>
              <a:rPr lang="nb-NO"/>
              <a:t>[j] &lt; </a:t>
            </a:r>
            <a:r>
              <a:rPr lang="nb-NO" err="1"/>
              <a:t>sorted</a:t>
            </a:r>
            <a:r>
              <a:rPr lang="nb-NO"/>
              <a:t>[i]) </a:t>
            </a:r>
            <a:r>
              <a:rPr lang="nb-NO" err="1"/>
              <a:t>swap</a:t>
            </a:r>
            <a:r>
              <a:rPr lang="nb-NO"/>
              <a:t>(</a:t>
            </a:r>
            <a:r>
              <a:rPr lang="nb-NO" err="1"/>
              <a:t>sorted</a:t>
            </a:r>
            <a:r>
              <a:rPr lang="nb-NO"/>
              <a:t>[i], </a:t>
            </a:r>
            <a:r>
              <a:rPr lang="nb-NO" err="1"/>
              <a:t>sorted</a:t>
            </a:r>
            <a:r>
              <a:rPr lang="nb-NO"/>
              <a:t>[j]);</a:t>
            </a:r>
          </a:p>
          <a:p>
            <a:pPr marL="0" indent="0">
              <a:buNone/>
            </a:pPr>
            <a:r>
              <a:rPr lang="nb-NO"/>
              <a:t>  </a:t>
            </a:r>
            <a:r>
              <a:rPr lang="nb-NO" err="1"/>
              <a:t>return</a:t>
            </a:r>
            <a:r>
              <a:rPr lang="nb-NO"/>
              <a:t> </a:t>
            </a:r>
            <a:r>
              <a:rPr lang="nb-NO" err="1"/>
              <a:t>sorted</a:t>
            </a:r>
            <a:r>
              <a:rPr lang="nb-NO"/>
              <a:t>[2];</a:t>
            </a:r>
          </a:p>
          <a:p>
            <a:pPr marL="0" indent="0">
              <a:buNone/>
            </a:pPr>
            <a:r>
              <a:rPr lang="nb-NO"/>
              <a:t>}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B47932F-69FC-D3CB-F413-CE4047937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27.10.2025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166121DD-63EE-910B-5D9B-9FA16B024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21BFD15A-3E05-8337-D6ED-296FDE0B9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23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791203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9409BF1-AD1A-9CAC-D883-7F55ECCB9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/>
              <a:t>Eksponentiell glatting (</a:t>
            </a:r>
            <a:r>
              <a:rPr lang="nb-NO" err="1"/>
              <a:t>Exponential</a:t>
            </a:r>
            <a:r>
              <a:rPr lang="nb-NO"/>
              <a:t> </a:t>
            </a:r>
            <a:r>
              <a:rPr lang="nb-NO" err="1"/>
              <a:t>Moving</a:t>
            </a:r>
            <a:r>
              <a:rPr lang="nb-NO"/>
              <a:t> </a:t>
            </a:r>
            <a:r>
              <a:rPr lang="nb-NO" err="1"/>
              <a:t>Average</a:t>
            </a:r>
            <a:r>
              <a:rPr lang="nb-NO"/>
              <a:t>)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1C987C76-522A-3925-89BC-BE38B3B08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nb-NO" b="1"/>
              <a:t>Formål:</a:t>
            </a:r>
            <a:r>
              <a:rPr lang="nb-NO"/>
              <a:t> Mykere respons uten stor forsinkelse.</a:t>
            </a:r>
          </a:p>
          <a:p>
            <a:endParaRPr lang="nb-NO"/>
          </a:p>
          <a:p>
            <a:pPr marL="0" indent="0">
              <a:buNone/>
            </a:pPr>
            <a:endParaRPr lang="nb-NO"/>
          </a:p>
          <a:p>
            <a:endParaRPr lang="nb-NO"/>
          </a:p>
          <a:p>
            <a:pPr marL="0" indent="0">
              <a:buNone/>
            </a:pPr>
            <a:r>
              <a:rPr lang="nb-NO"/>
              <a:t>float </a:t>
            </a:r>
            <a:r>
              <a:rPr lang="nb-NO" err="1"/>
              <a:t>alpha</a:t>
            </a:r>
            <a:r>
              <a:rPr lang="nb-NO"/>
              <a:t> = 0.1;</a:t>
            </a:r>
          </a:p>
          <a:p>
            <a:pPr marL="0" indent="0">
              <a:buNone/>
            </a:pPr>
            <a:r>
              <a:rPr lang="nb-NO"/>
              <a:t>float </a:t>
            </a:r>
            <a:r>
              <a:rPr lang="nb-NO" err="1"/>
              <a:t>filtered</a:t>
            </a:r>
            <a:r>
              <a:rPr lang="nb-NO"/>
              <a:t> = 0;</a:t>
            </a:r>
          </a:p>
          <a:p>
            <a:pPr marL="0" indent="0">
              <a:buNone/>
            </a:pPr>
            <a:endParaRPr lang="nb-NO"/>
          </a:p>
          <a:p>
            <a:pPr marL="0" indent="0">
              <a:buNone/>
            </a:pPr>
            <a:r>
              <a:rPr lang="nb-NO" err="1"/>
              <a:t>void</a:t>
            </a:r>
            <a:r>
              <a:rPr lang="nb-NO"/>
              <a:t> loop() {</a:t>
            </a:r>
          </a:p>
          <a:p>
            <a:pPr marL="0" indent="0">
              <a:buNone/>
            </a:pPr>
            <a:r>
              <a:rPr lang="nb-NO"/>
              <a:t>  </a:t>
            </a:r>
            <a:r>
              <a:rPr lang="nb-NO" err="1"/>
              <a:t>int</a:t>
            </a:r>
            <a:r>
              <a:rPr lang="nb-NO"/>
              <a:t> </a:t>
            </a:r>
            <a:r>
              <a:rPr lang="nb-NO" err="1"/>
              <a:t>raw</a:t>
            </a:r>
            <a:r>
              <a:rPr lang="nb-NO"/>
              <a:t> = </a:t>
            </a:r>
            <a:r>
              <a:rPr lang="nb-NO" err="1"/>
              <a:t>analogRead</a:t>
            </a:r>
            <a:r>
              <a:rPr lang="nb-NO"/>
              <a:t>(A0);</a:t>
            </a:r>
          </a:p>
          <a:p>
            <a:pPr marL="0" indent="0">
              <a:buNone/>
            </a:pPr>
            <a:r>
              <a:rPr lang="nb-NO"/>
              <a:t>  </a:t>
            </a:r>
            <a:r>
              <a:rPr lang="nb-NO" err="1"/>
              <a:t>filtered</a:t>
            </a:r>
            <a:r>
              <a:rPr lang="nb-NO"/>
              <a:t> = </a:t>
            </a:r>
            <a:r>
              <a:rPr lang="nb-NO" err="1"/>
              <a:t>alpha</a:t>
            </a:r>
            <a:r>
              <a:rPr lang="nb-NO"/>
              <a:t> * </a:t>
            </a:r>
            <a:r>
              <a:rPr lang="nb-NO" err="1"/>
              <a:t>raw</a:t>
            </a:r>
            <a:r>
              <a:rPr lang="nb-NO"/>
              <a:t> + (1 - </a:t>
            </a:r>
            <a:r>
              <a:rPr lang="nb-NO" err="1"/>
              <a:t>alpha</a:t>
            </a:r>
            <a:r>
              <a:rPr lang="nb-NO"/>
              <a:t>) * </a:t>
            </a:r>
            <a:r>
              <a:rPr lang="nb-NO" err="1"/>
              <a:t>filtered</a:t>
            </a:r>
            <a:r>
              <a:rPr lang="nb-NO"/>
              <a:t>;</a:t>
            </a:r>
          </a:p>
          <a:p>
            <a:pPr marL="0" indent="0">
              <a:buNone/>
            </a:pPr>
            <a:r>
              <a:rPr lang="nb-NO"/>
              <a:t>  </a:t>
            </a:r>
            <a:r>
              <a:rPr lang="nb-NO" err="1"/>
              <a:t>Serial.println</a:t>
            </a:r>
            <a:r>
              <a:rPr lang="nb-NO"/>
              <a:t>(</a:t>
            </a:r>
            <a:r>
              <a:rPr lang="nb-NO" err="1"/>
              <a:t>filtered</a:t>
            </a:r>
            <a:r>
              <a:rPr lang="nb-NO"/>
              <a:t>);</a:t>
            </a:r>
          </a:p>
          <a:p>
            <a:pPr marL="0" indent="0">
              <a:buNone/>
            </a:pPr>
            <a:r>
              <a:rPr lang="nb-NO"/>
              <a:t>  </a:t>
            </a:r>
            <a:r>
              <a:rPr lang="nb-NO" err="1"/>
              <a:t>delay</a:t>
            </a:r>
            <a:r>
              <a:rPr lang="nb-NO"/>
              <a:t>(100);</a:t>
            </a:r>
          </a:p>
          <a:p>
            <a:pPr marL="0" indent="0">
              <a:buNone/>
            </a:pPr>
            <a:r>
              <a:rPr lang="nb-NO"/>
              <a:t>}</a:t>
            </a:r>
          </a:p>
          <a:p>
            <a:pPr marL="0" indent="0">
              <a:buNone/>
            </a:pPr>
            <a:endParaRPr lang="nb-NO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B36BF3B-BB00-F06E-99CA-107D53E02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27.10.2025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793EBB1E-1E39-D870-B41F-FE1C47E0E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6A2C8C52-5720-4FAA-0B44-55C50F6AE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24</a:t>
            </a:fld>
            <a:endParaRPr lang="nb-NO"/>
          </a:p>
        </p:txBody>
      </p:sp>
      <p:pic>
        <p:nvPicPr>
          <p:cNvPr id="8" name="Bilde 7">
            <a:extLst>
              <a:ext uri="{FF2B5EF4-FFF2-40B4-BE49-F238E27FC236}">
                <a16:creationId xmlns:a16="http://schemas.microsoft.com/office/drawing/2014/main" id="{B2E10548-C728-997B-BE9E-0209BD29E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561" y="1557580"/>
            <a:ext cx="6433728" cy="1339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3357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95DDFC5-E3C7-CC8B-AB88-91A73DA03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/>
              <a:t>Differensfilter (</a:t>
            </a:r>
            <a:r>
              <a:rPr lang="nb-NO" err="1"/>
              <a:t>Change</a:t>
            </a:r>
            <a:r>
              <a:rPr lang="nb-NO"/>
              <a:t> </a:t>
            </a:r>
            <a:r>
              <a:rPr lang="nb-NO" err="1"/>
              <a:t>Detection</a:t>
            </a:r>
            <a:r>
              <a:rPr lang="nb-NO"/>
              <a:t>)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2D66E9F-CEE5-8534-CFE1-214EBAF18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nb-NO" b="1"/>
              <a:t>Formål: </a:t>
            </a:r>
            <a:r>
              <a:rPr lang="nb-NO"/>
              <a:t>Oppdage raske endringer i signalet (derivat).</a:t>
            </a:r>
          </a:p>
          <a:p>
            <a:pPr marL="0" indent="0">
              <a:buNone/>
            </a:pPr>
            <a:endParaRPr lang="nb-NO"/>
          </a:p>
          <a:p>
            <a:pPr marL="0" indent="0">
              <a:buNone/>
            </a:pPr>
            <a:r>
              <a:rPr lang="nb-NO" err="1"/>
              <a:t>int</a:t>
            </a:r>
            <a:r>
              <a:rPr lang="nb-NO"/>
              <a:t> </a:t>
            </a:r>
            <a:r>
              <a:rPr lang="nb-NO" err="1"/>
              <a:t>prev</a:t>
            </a:r>
            <a:r>
              <a:rPr lang="nb-NO"/>
              <a:t> = 0;</a:t>
            </a:r>
          </a:p>
          <a:p>
            <a:pPr marL="0" indent="0">
              <a:buNone/>
            </a:pPr>
            <a:endParaRPr lang="nb-NO"/>
          </a:p>
          <a:p>
            <a:pPr marL="0" indent="0">
              <a:buNone/>
            </a:pPr>
            <a:r>
              <a:rPr lang="nb-NO" err="1"/>
              <a:t>void</a:t>
            </a:r>
            <a:r>
              <a:rPr lang="nb-NO"/>
              <a:t> loop() {</a:t>
            </a:r>
          </a:p>
          <a:p>
            <a:pPr marL="0" indent="0">
              <a:buNone/>
            </a:pPr>
            <a:r>
              <a:rPr lang="nb-NO"/>
              <a:t>  </a:t>
            </a:r>
            <a:r>
              <a:rPr lang="nb-NO" err="1"/>
              <a:t>int</a:t>
            </a:r>
            <a:r>
              <a:rPr lang="nb-NO"/>
              <a:t> </a:t>
            </a:r>
            <a:r>
              <a:rPr lang="nb-NO" err="1"/>
              <a:t>value</a:t>
            </a:r>
            <a:r>
              <a:rPr lang="nb-NO"/>
              <a:t> = </a:t>
            </a:r>
            <a:r>
              <a:rPr lang="nb-NO" err="1"/>
              <a:t>analogRead</a:t>
            </a:r>
            <a:r>
              <a:rPr lang="nb-NO"/>
              <a:t>(A0);</a:t>
            </a:r>
          </a:p>
          <a:p>
            <a:pPr marL="0" indent="0">
              <a:buNone/>
            </a:pPr>
            <a:r>
              <a:rPr lang="nb-NO"/>
              <a:t>  </a:t>
            </a:r>
            <a:r>
              <a:rPr lang="nb-NO" err="1"/>
              <a:t>int</a:t>
            </a:r>
            <a:r>
              <a:rPr lang="nb-NO"/>
              <a:t> </a:t>
            </a:r>
            <a:r>
              <a:rPr lang="nb-NO" err="1"/>
              <a:t>diff</a:t>
            </a:r>
            <a:r>
              <a:rPr lang="nb-NO"/>
              <a:t> = </a:t>
            </a:r>
            <a:r>
              <a:rPr lang="nb-NO" err="1"/>
              <a:t>value</a:t>
            </a:r>
            <a:r>
              <a:rPr lang="nb-NO"/>
              <a:t> - </a:t>
            </a:r>
            <a:r>
              <a:rPr lang="nb-NO" err="1"/>
              <a:t>prev</a:t>
            </a:r>
            <a:r>
              <a:rPr lang="nb-NO"/>
              <a:t>;</a:t>
            </a:r>
          </a:p>
          <a:p>
            <a:pPr marL="0" indent="0">
              <a:buNone/>
            </a:pPr>
            <a:r>
              <a:rPr lang="nb-NO"/>
              <a:t>  </a:t>
            </a:r>
            <a:r>
              <a:rPr lang="nb-NO" err="1"/>
              <a:t>prev</a:t>
            </a:r>
            <a:r>
              <a:rPr lang="nb-NO"/>
              <a:t> = </a:t>
            </a:r>
            <a:r>
              <a:rPr lang="nb-NO" err="1"/>
              <a:t>value</a:t>
            </a:r>
            <a:r>
              <a:rPr lang="nb-NO"/>
              <a:t>;</a:t>
            </a:r>
          </a:p>
          <a:p>
            <a:pPr marL="0" indent="0">
              <a:buNone/>
            </a:pPr>
            <a:endParaRPr lang="nb-NO"/>
          </a:p>
          <a:p>
            <a:pPr marL="0" indent="0">
              <a:buNone/>
            </a:pPr>
            <a:r>
              <a:rPr lang="nb-NO"/>
              <a:t>  </a:t>
            </a:r>
            <a:r>
              <a:rPr lang="nb-NO" err="1"/>
              <a:t>if</a:t>
            </a:r>
            <a:r>
              <a:rPr lang="nb-NO"/>
              <a:t> (abs(</a:t>
            </a:r>
            <a:r>
              <a:rPr lang="nb-NO" err="1"/>
              <a:t>diff</a:t>
            </a:r>
            <a:r>
              <a:rPr lang="nb-NO"/>
              <a:t>) &gt; 20) {</a:t>
            </a:r>
          </a:p>
          <a:p>
            <a:pPr marL="0" indent="0">
              <a:buNone/>
            </a:pPr>
            <a:r>
              <a:rPr lang="nb-NO"/>
              <a:t>    </a:t>
            </a:r>
            <a:r>
              <a:rPr lang="nb-NO" err="1"/>
              <a:t>Serial.println</a:t>
            </a:r>
            <a:r>
              <a:rPr lang="nb-NO"/>
              <a:t>("</a:t>
            </a:r>
            <a:r>
              <a:rPr lang="nb-NO" err="1"/>
              <a:t>Sudden</a:t>
            </a:r>
            <a:r>
              <a:rPr lang="nb-NO"/>
              <a:t> </a:t>
            </a:r>
            <a:r>
              <a:rPr lang="nb-NO" err="1"/>
              <a:t>change</a:t>
            </a:r>
            <a:r>
              <a:rPr lang="nb-NO"/>
              <a:t> </a:t>
            </a:r>
            <a:r>
              <a:rPr lang="nb-NO" err="1"/>
              <a:t>detected</a:t>
            </a:r>
            <a:r>
              <a:rPr lang="nb-NO"/>
              <a:t>!");</a:t>
            </a:r>
          </a:p>
          <a:p>
            <a:pPr marL="0" indent="0">
              <a:buNone/>
            </a:pPr>
            <a:r>
              <a:rPr lang="nb-NO"/>
              <a:t>  }</a:t>
            </a:r>
          </a:p>
          <a:p>
            <a:pPr marL="0" indent="0">
              <a:buNone/>
            </a:pPr>
            <a:r>
              <a:rPr lang="nb-NO"/>
              <a:t>  </a:t>
            </a:r>
            <a:r>
              <a:rPr lang="nb-NO" err="1"/>
              <a:t>delay</a:t>
            </a:r>
            <a:r>
              <a:rPr lang="nb-NO"/>
              <a:t>(100);</a:t>
            </a:r>
          </a:p>
          <a:p>
            <a:pPr marL="0" indent="0">
              <a:buNone/>
            </a:pPr>
            <a:r>
              <a:rPr lang="nb-NO"/>
              <a:t>}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2D19031-DFDB-456C-CF78-AC061C2E6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27.10.2025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6ED19A05-96A7-D618-6C2A-DA356CA4E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F0145F1-5969-5164-D538-CADFAE9F7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25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649904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6A57798-F29B-18A0-99A0-A8390D5E2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/>
              <a:t>Kombinert dynamisk terskel (Adaptive </a:t>
            </a:r>
            <a:r>
              <a:rPr lang="nb-NO" err="1"/>
              <a:t>Threshold</a:t>
            </a:r>
            <a:r>
              <a:rPr lang="nb-NO"/>
              <a:t>)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FBC6282-4948-A587-206E-EEAFF50D1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nb-NO" b="1"/>
              <a:t>Formål: </a:t>
            </a:r>
            <a:r>
              <a:rPr lang="nb-NO"/>
              <a:t>Justere terskel automatisk etter støy og trend.</a:t>
            </a:r>
          </a:p>
          <a:p>
            <a:pPr marL="0" indent="0">
              <a:buNone/>
            </a:pPr>
            <a:endParaRPr lang="nb-NO"/>
          </a:p>
          <a:p>
            <a:pPr marL="0" indent="0">
              <a:buNone/>
            </a:pPr>
            <a:r>
              <a:rPr lang="nb-NO"/>
              <a:t>float </a:t>
            </a:r>
            <a:r>
              <a:rPr lang="nb-NO" err="1"/>
              <a:t>mean</a:t>
            </a:r>
            <a:r>
              <a:rPr lang="nb-NO"/>
              <a:t> = 0, </a:t>
            </a:r>
            <a:r>
              <a:rPr lang="nb-NO" err="1"/>
              <a:t>alpha</a:t>
            </a:r>
            <a:r>
              <a:rPr lang="nb-NO"/>
              <a:t> = 0.05;</a:t>
            </a:r>
          </a:p>
          <a:p>
            <a:pPr marL="0" indent="0">
              <a:buNone/>
            </a:pPr>
            <a:r>
              <a:rPr lang="nb-NO" err="1"/>
              <a:t>void</a:t>
            </a:r>
            <a:r>
              <a:rPr lang="nb-NO"/>
              <a:t> loop() {</a:t>
            </a:r>
          </a:p>
          <a:p>
            <a:pPr marL="0" indent="0">
              <a:buNone/>
            </a:pPr>
            <a:r>
              <a:rPr lang="nb-NO"/>
              <a:t>  </a:t>
            </a:r>
            <a:r>
              <a:rPr lang="nb-NO" err="1"/>
              <a:t>int</a:t>
            </a:r>
            <a:r>
              <a:rPr lang="nb-NO"/>
              <a:t> </a:t>
            </a:r>
            <a:r>
              <a:rPr lang="nb-NO" err="1"/>
              <a:t>value</a:t>
            </a:r>
            <a:r>
              <a:rPr lang="nb-NO"/>
              <a:t> = </a:t>
            </a:r>
            <a:r>
              <a:rPr lang="nb-NO" err="1"/>
              <a:t>analogRead</a:t>
            </a:r>
            <a:r>
              <a:rPr lang="nb-NO"/>
              <a:t>(A0);</a:t>
            </a:r>
          </a:p>
          <a:p>
            <a:pPr marL="0" indent="0">
              <a:buNone/>
            </a:pPr>
            <a:r>
              <a:rPr lang="nb-NO"/>
              <a:t>  </a:t>
            </a:r>
            <a:r>
              <a:rPr lang="nb-NO" err="1"/>
              <a:t>mean</a:t>
            </a:r>
            <a:r>
              <a:rPr lang="nb-NO"/>
              <a:t> = </a:t>
            </a:r>
            <a:r>
              <a:rPr lang="nb-NO" err="1"/>
              <a:t>alpha</a:t>
            </a:r>
            <a:r>
              <a:rPr lang="nb-NO"/>
              <a:t> * </a:t>
            </a:r>
            <a:r>
              <a:rPr lang="nb-NO" err="1"/>
              <a:t>value</a:t>
            </a:r>
            <a:r>
              <a:rPr lang="nb-NO"/>
              <a:t> + (1 - </a:t>
            </a:r>
            <a:r>
              <a:rPr lang="nb-NO" err="1"/>
              <a:t>alpha</a:t>
            </a:r>
            <a:r>
              <a:rPr lang="nb-NO"/>
              <a:t>) * </a:t>
            </a:r>
            <a:r>
              <a:rPr lang="nb-NO" err="1"/>
              <a:t>mean</a:t>
            </a:r>
            <a:r>
              <a:rPr lang="nb-NO"/>
              <a:t>;</a:t>
            </a:r>
          </a:p>
          <a:p>
            <a:pPr marL="0" indent="0">
              <a:buNone/>
            </a:pPr>
            <a:r>
              <a:rPr lang="nb-NO"/>
              <a:t>  </a:t>
            </a:r>
            <a:r>
              <a:rPr lang="nb-NO" err="1"/>
              <a:t>int</a:t>
            </a:r>
            <a:r>
              <a:rPr lang="nb-NO"/>
              <a:t> </a:t>
            </a:r>
            <a:r>
              <a:rPr lang="nb-NO" err="1"/>
              <a:t>deviation</a:t>
            </a:r>
            <a:r>
              <a:rPr lang="nb-NO"/>
              <a:t> = abs(</a:t>
            </a:r>
            <a:r>
              <a:rPr lang="nb-NO" err="1"/>
              <a:t>value</a:t>
            </a:r>
            <a:r>
              <a:rPr lang="nb-NO"/>
              <a:t> - </a:t>
            </a:r>
            <a:r>
              <a:rPr lang="nb-NO" err="1"/>
              <a:t>mean</a:t>
            </a:r>
            <a:r>
              <a:rPr lang="nb-NO"/>
              <a:t>);</a:t>
            </a:r>
          </a:p>
          <a:p>
            <a:pPr marL="0" indent="0">
              <a:buNone/>
            </a:pPr>
            <a:r>
              <a:rPr lang="nb-NO"/>
              <a:t>  </a:t>
            </a:r>
            <a:r>
              <a:rPr lang="nb-NO" err="1"/>
              <a:t>int</a:t>
            </a:r>
            <a:r>
              <a:rPr lang="nb-NO"/>
              <a:t> </a:t>
            </a:r>
            <a:r>
              <a:rPr lang="nb-NO" err="1"/>
              <a:t>threshold</a:t>
            </a:r>
            <a:r>
              <a:rPr lang="nb-NO"/>
              <a:t> = </a:t>
            </a:r>
            <a:r>
              <a:rPr lang="nb-NO" err="1"/>
              <a:t>mean</a:t>
            </a:r>
            <a:r>
              <a:rPr lang="nb-NO"/>
              <a:t> - </a:t>
            </a:r>
            <a:r>
              <a:rPr lang="nb-NO" err="1"/>
              <a:t>deviation</a:t>
            </a:r>
            <a:r>
              <a:rPr lang="nb-NO"/>
              <a:t> * 2;</a:t>
            </a:r>
          </a:p>
          <a:p>
            <a:pPr marL="0" indent="0">
              <a:buNone/>
            </a:pPr>
            <a:endParaRPr lang="nb-NO"/>
          </a:p>
          <a:p>
            <a:pPr marL="0" indent="0">
              <a:buNone/>
            </a:pPr>
            <a:r>
              <a:rPr lang="nb-NO"/>
              <a:t>  </a:t>
            </a:r>
            <a:r>
              <a:rPr lang="nb-NO" err="1"/>
              <a:t>if</a:t>
            </a:r>
            <a:r>
              <a:rPr lang="nb-NO"/>
              <a:t> (</a:t>
            </a:r>
            <a:r>
              <a:rPr lang="nb-NO" err="1"/>
              <a:t>value</a:t>
            </a:r>
            <a:r>
              <a:rPr lang="nb-NO"/>
              <a:t> &lt; </a:t>
            </a:r>
            <a:r>
              <a:rPr lang="nb-NO" err="1"/>
              <a:t>threshold</a:t>
            </a:r>
            <a:r>
              <a:rPr lang="nb-NO"/>
              <a:t>) {</a:t>
            </a:r>
          </a:p>
          <a:p>
            <a:pPr marL="0" indent="0">
              <a:buNone/>
            </a:pPr>
            <a:r>
              <a:rPr lang="nb-NO"/>
              <a:t>    </a:t>
            </a:r>
            <a:r>
              <a:rPr lang="nb-NO" err="1"/>
              <a:t>Serial.println</a:t>
            </a:r>
            <a:r>
              <a:rPr lang="nb-NO"/>
              <a:t>("</a:t>
            </a:r>
            <a:r>
              <a:rPr lang="nb-NO" err="1"/>
              <a:t>Soil</a:t>
            </a:r>
            <a:r>
              <a:rPr lang="nb-NO"/>
              <a:t> is </a:t>
            </a:r>
            <a:r>
              <a:rPr lang="nb-NO" err="1"/>
              <a:t>drying</a:t>
            </a:r>
            <a:r>
              <a:rPr lang="nb-NO"/>
              <a:t> </a:t>
            </a:r>
            <a:r>
              <a:rPr lang="nb-NO" err="1"/>
              <a:t>out</a:t>
            </a:r>
            <a:r>
              <a:rPr lang="nb-NO"/>
              <a:t>!");</a:t>
            </a:r>
          </a:p>
          <a:p>
            <a:pPr marL="0" indent="0">
              <a:buNone/>
            </a:pPr>
            <a:r>
              <a:rPr lang="nb-NO"/>
              <a:t>  }</a:t>
            </a:r>
          </a:p>
          <a:p>
            <a:pPr marL="0" indent="0">
              <a:buNone/>
            </a:pPr>
            <a:r>
              <a:rPr lang="nb-NO"/>
              <a:t>  </a:t>
            </a:r>
            <a:r>
              <a:rPr lang="nb-NO" err="1"/>
              <a:t>delay</a:t>
            </a:r>
            <a:r>
              <a:rPr lang="nb-NO"/>
              <a:t>(100);</a:t>
            </a:r>
          </a:p>
          <a:p>
            <a:pPr marL="0" indent="0">
              <a:buNone/>
            </a:pPr>
            <a:r>
              <a:rPr lang="nb-NO"/>
              <a:t>}</a:t>
            </a:r>
          </a:p>
          <a:p>
            <a:pPr marL="0" indent="0">
              <a:buNone/>
            </a:pPr>
            <a:endParaRPr lang="nb-NO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6F1733A-FFDF-F335-8059-E707D21A2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27.10.2025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024D2D8C-DA4B-9822-FECB-CFA63ACC6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0548A7D0-8E06-524D-660F-899AE72F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26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965886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A38F456-4249-5CC3-070E-8E8FAE37B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/>
              <a:t>Øve på å presentere løsning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CBCCF1D-A825-8A9B-483E-CE96C61DC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/>
              <a:t>Frivillig</a:t>
            </a:r>
          </a:p>
          <a:p>
            <a:r>
              <a:rPr lang="nb-NO"/>
              <a:t>Konkret øvelse til eksamen</a:t>
            </a:r>
          </a:p>
          <a:p>
            <a:r>
              <a:rPr lang="nb-NO"/>
              <a:t>Dere skal løse en oppgave og presentere for klassen</a:t>
            </a:r>
          </a:p>
          <a:p>
            <a:pPr lvl="1"/>
            <a:r>
              <a:rPr lang="nb-NO"/>
              <a:t>15 min presentasjon</a:t>
            </a:r>
          </a:p>
          <a:p>
            <a:pPr lvl="1"/>
            <a:r>
              <a:rPr lang="nb-NO"/>
              <a:t>15 min diskusjon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D9DDF2BC-FA4D-3593-E10E-FE08445C5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27.10.2025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5E28E0A4-A3F1-D7B5-713E-492502C03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A3213DB0-9855-F731-9E35-B936DE858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27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862529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25CFFF0-1F56-A45F-B011-D6A7811D1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Hvorfor øver vi på å presentere oppgaven?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3DA7953-4A67-1959-67A1-1BFB89592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nb-NO" b="1" dirty="0"/>
              <a:t>For å lære bedre</a:t>
            </a:r>
          </a:p>
          <a:p>
            <a:pPr lvl="1"/>
            <a:r>
              <a:rPr lang="nb-NO" dirty="0"/>
              <a:t>Å forklare en løsning høyt gjør at du </a:t>
            </a:r>
            <a:r>
              <a:rPr lang="nb-NO" b="1" dirty="0"/>
              <a:t>oppdager hull i egen forståelse</a:t>
            </a:r>
            <a:r>
              <a:rPr lang="nb-NO" dirty="0"/>
              <a:t>.</a:t>
            </a:r>
          </a:p>
          <a:p>
            <a:pPr lvl="1"/>
            <a:r>
              <a:rPr lang="nb-NO" dirty="0"/>
              <a:t>Du må </a:t>
            </a:r>
            <a:r>
              <a:rPr lang="nb-NO" b="1" dirty="0"/>
              <a:t>strukturere tankene dine</a:t>
            </a:r>
            <a:r>
              <a:rPr lang="nb-NO" dirty="0"/>
              <a:t> – ikke bare vise koden.</a:t>
            </a:r>
          </a:p>
          <a:p>
            <a:pPr lvl="1"/>
            <a:r>
              <a:rPr lang="nb-NO" dirty="0"/>
              <a:t>Når du formidler, </a:t>
            </a:r>
            <a:r>
              <a:rPr lang="nb-NO" b="1" dirty="0"/>
              <a:t>forstår du hvorfor</a:t>
            </a:r>
            <a:r>
              <a:rPr lang="nb-NO" dirty="0"/>
              <a:t> du valgte løsningen – ikke bare hvordan.</a:t>
            </a:r>
            <a:br>
              <a:rPr lang="nb-NO" dirty="0"/>
            </a:br>
            <a:endParaRPr lang="nb-NO" dirty="0"/>
          </a:p>
          <a:p>
            <a:r>
              <a:rPr lang="nb-NO" b="1" dirty="0"/>
              <a:t>For å trene på eksamenssituasjonen</a:t>
            </a:r>
          </a:p>
          <a:p>
            <a:pPr lvl="1"/>
            <a:r>
              <a:rPr lang="nb-NO" dirty="0"/>
              <a:t>Muntlig og praktisk eksamen krever at du </a:t>
            </a:r>
            <a:r>
              <a:rPr lang="nb-NO" b="1" dirty="0"/>
              <a:t>kan begrunne valg</a:t>
            </a:r>
            <a:r>
              <a:rPr lang="nb-NO" dirty="0"/>
              <a:t>, ikke bare vise resultat.</a:t>
            </a:r>
          </a:p>
          <a:p>
            <a:pPr lvl="1"/>
            <a:r>
              <a:rPr lang="nb-NO" dirty="0"/>
              <a:t>Du får erfaring med å </a:t>
            </a:r>
            <a:r>
              <a:rPr lang="nb-NO" b="1" dirty="0"/>
              <a:t>presentere tekniske sammenhenger presist og rolig</a:t>
            </a:r>
            <a:r>
              <a:rPr lang="nb-NO" dirty="0"/>
              <a:t>.</a:t>
            </a:r>
          </a:p>
          <a:p>
            <a:pPr lvl="1"/>
            <a:r>
              <a:rPr lang="nb-NO" dirty="0"/>
              <a:t>Du lærer å </a:t>
            </a:r>
            <a:r>
              <a:rPr lang="nb-NO" b="1" dirty="0"/>
              <a:t>svare på spørsmål underveis</a:t>
            </a:r>
            <a:r>
              <a:rPr lang="nb-NO" dirty="0"/>
              <a:t> – akkurat som i faglig diskusjon.</a:t>
            </a:r>
          </a:p>
          <a:p>
            <a:pPr lvl="1"/>
            <a:r>
              <a:rPr lang="nb-NO" dirty="0"/>
              <a:t>Du øver på å </a:t>
            </a:r>
            <a:r>
              <a:rPr lang="nb-NO" b="1" dirty="0"/>
              <a:t>tenke som en ingeniør</a:t>
            </a:r>
            <a:r>
              <a:rPr lang="nb-NO" dirty="0"/>
              <a:t>: argumentere for beslutninger.</a:t>
            </a:r>
          </a:p>
          <a:p>
            <a:pPr lvl="1"/>
            <a:r>
              <a:rPr lang="nb-NO" dirty="0"/>
              <a:t>Du får </a:t>
            </a:r>
            <a:r>
              <a:rPr lang="nb-NO" b="1" dirty="0"/>
              <a:t>tilbakemelding fra medstudenter</a:t>
            </a:r>
            <a:r>
              <a:rPr lang="nb-NO" dirty="0"/>
              <a:t> – og ser flere måter å løse samme problem på.</a:t>
            </a:r>
          </a:p>
          <a:p>
            <a:pPr lvl="1"/>
            <a:r>
              <a:rPr lang="nb-NO" dirty="0"/>
              <a:t>Presentasjon er en del av det å </a:t>
            </a:r>
            <a:r>
              <a:rPr lang="nb-NO" b="1" dirty="0"/>
              <a:t>arbeide tverrfaglig</a:t>
            </a:r>
            <a:r>
              <a:rPr lang="nb-NO" dirty="0"/>
              <a:t> og forklare teknologi til andre.</a:t>
            </a:r>
          </a:p>
          <a:p>
            <a:pPr marL="0" indent="0">
              <a:buNone/>
            </a:pPr>
            <a:endParaRPr lang="nb-NO" dirty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8BAE96E6-E9A1-42F8-7FE9-C842E05B2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27.10.2025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6F5783D6-6578-53DB-06FF-64EB5FCAB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A25995F-B456-5E2A-AE46-3C4F48C6C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28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347166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AF08869-D22E-E335-075D-371B287CE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Vise forståelse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B449E79-7195-58F3-2C91-0945D7E86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nb-NO" b="1" dirty="0"/>
              <a:t>Du forstår prinsippene</a:t>
            </a:r>
          </a:p>
          <a:p>
            <a:pPr lvl="1"/>
            <a:r>
              <a:rPr lang="nb-NO" dirty="0"/>
              <a:t>Forskjellen mellom </a:t>
            </a:r>
            <a:r>
              <a:rPr lang="nb-NO" b="1" dirty="0" err="1"/>
              <a:t>resistiv</a:t>
            </a:r>
            <a:r>
              <a:rPr lang="nb-NO" dirty="0"/>
              <a:t> og </a:t>
            </a:r>
            <a:r>
              <a:rPr lang="nb-NO" b="1" dirty="0"/>
              <a:t>kapasitiv</a:t>
            </a:r>
            <a:r>
              <a:rPr lang="nb-NO" dirty="0"/>
              <a:t> fuktsensor</a:t>
            </a:r>
          </a:p>
          <a:p>
            <a:pPr lvl="1"/>
            <a:r>
              <a:rPr lang="nb-NO" dirty="0"/>
              <a:t>Hvordan </a:t>
            </a:r>
            <a:r>
              <a:rPr lang="nb-NO" b="1" dirty="0"/>
              <a:t>korrosjon</a:t>
            </a:r>
            <a:r>
              <a:rPr lang="nb-NO" dirty="0"/>
              <a:t> oppstår og hvordan du kan unngå det</a:t>
            </a:r>
          </a:p>
          <a:p>
            <a:pPr lvl="1"/>
            <a:r>
              <a:rPr lang="nb-NO" dirty="0"/>
              <a:t>Hvorfor </a:t>
            </a:r>
            <a:r>
              <a:rPr lang="nb-NO" b="1" dirty="0"/>
              <a:t>signalbehandling</a:t>
            </a:r>
            <a:r>
              <a:rPr lang="nb-NO" dirty="0"/>
              <a:t> er nødvendig for stabile målinger</a:t>
            </a:r>
            <a:br>
              <a:rPr lang="nb-NO" dirty="0"/>
            </a:br>
            <a:endParaRPr lang="nb-NO" dirty="0"/>
          </a:p>
          <a:p>
            <a:r>
              <a:rPr lang="nb-NO" b="1" dirty="0"/>
              <a:t>Du kan gjøre praktiske valg</a:t>
            </a:r>
          </a:p>
          <a:p>
            <a:pPr lvl="1"/>
            <a:r>
              <a:rPr lang="nb-NO" dirty="0"/>
              <a:t>Velge riktig sensortype til et gitt miljø</a:t>
            </a:r>
          </a:p>
          <a:p>
            <a:pPr lvl="1"/>
            <a:r>
              <a:rPr lang="nb-NO" dirty="0"/>
              <a:t>Bestemme </a:t>
            </a:r>
            <a:r>
              <a:rPr lang="nb-NO" b="1" dirty="0"/>
              <a:t>målefrekvens</a:t>
            </a:r>
            <a:r>
              <a:rPr lang="nb-NO" dirty="0"/>
              <a:t> ut fra stabilitet og levetid</a:t>
            </a:r>
          </a:p>
          <a:p>
            <a:pPr lvl="1"/>
            <a:r>
              <a:rPr lang="nb-NO" dirty="0"/>
              <a:t>Implementere </a:t>
            </a:r>
            <a:r>
              <a:rPr lang="nb-NO" b="1" dirty="0"/>
              <a:t>filtrering</a:t>
            </a:r>
            <a:r>
              <a:rPr lang="nb-NO" dirty="0"/>
              <a:t> (glidende gjennomsnitt, median, eksponentiell glatting)</a:t>
            </a:r>
          </a:p>
          <a:p>
            <a:pPr lvl="1"/>
            <a:r>
              <a:rPr lang="nb-NO" dirty="0"/>
              <a:t>Designe en </a:t>
            </a:r>
            <a:r>
              <a:rPr lang="nb-NO" b="1" dirty="0"/>
              <a:t>dynamisk terskel</a:t>
            </a:r>
            <a:r>
              <a:rPr lang="nb-NO" dirty="0"/>
              <a:t> for automatisk beslutning</a:t>
            </a:r>
            <a:br>
              <a:rPr lang="nb-NO" dirty="0"/>
            </a:br>
            <a:endParaRPr lang="nb-NO" dirty="0"/>
          </a:p>
          <a:p>
            <a:r>
              <a:rPr lang="nb-NO" b="1" dirty="0"/>
              <a:t>Du kan forklare sammenhenger</a:t>
            </a:r>
          </a:p>
          <a:p>
            <a:pPr lvl="1"/>
            <a:r>
              <a:rPr lang="nb-NO" dirty="0"/>
              <a:t>Hvordan elektriske målinger oversettes til fysisk fuktighet</a:t>
            </a:r>
          </a:p>
          <a:p>
            <a:pPr lvl="1"/>
            <a:r>
              <a:rPr lang="nb-NO" dirty="0"/>
              <a:t>Hvordan signalbehandling påvirker </a:t>
            </a:r>
            <a:r>
              <a:rPr lang="nb-NO" b="1" dirty="0"/>
              <a:t>presisjon</a:t>
            </a:r>
            <a:r>
              <a:rPr lang="nb-NO" dirty="0"/>
              <a:t> og </a:t>
            </a:r>
            <a:r>
              <a:rPr lang="nb-NO" b="1" dirty="0"/>
              <a:t>systemets respons</a:t>
            </a:r>
            <a:endParaRPr lang="nb-NO" dirty="0"/>
          </a:p>
          <a:p>
            <a:pPr lvl="1"/>
            <a:r>
              <a:rPr lang="nb-NO" dirty="0"/>
              <a:t>Hvordan miljøforhold (luftfuktighet, jordtype, temperatur) påvirker måleresultatet</a:t>
            </a:r>
          </a:p>
          <a:p>
            <a:endParaRPr lang="nb-NO" dirty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EA4D8C59-4ABB-7BB0-558C-509A2C984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27.10.2025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A0A4A393-751A-AC8A-9087-7CB8FFB17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AC8FDF1A-DE46-C45F-3A12-E99EDD88D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29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883915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E966E5F-38AE-7C93-B63E-A3D985878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Design et pålitelig jordfuktighetssystem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6C3D15B-0408-2183-B428-17D6255C2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dirty="0"/>
              <a:t>Du skal designe og teste et system som overvåker jordfuktighet og gir beskjed når planten trenger vann. Systemet skal være stabilt over tid, og du må selv velge </a:t>
            </a:r>
            <a:r>
              <a:rPr lang="nb-NO" b="1" dirty="0"/>
              <a:t>sensor</a:t>
            </a:r>
            <a:r>
              <a:rPr lang="nb-NO" dirty="0"/>
              <a:t>, </a:t>
            </a:r>
            <a:r>
              <a:rPr lang="nb-NO" b="1" dirty="0"/>
              <a:t>målefrekvens</a:t>
            </a:r>
            <a:r>
              <a:rPr lang="nb-NO" dirty="0"/>
              <a:t> og </a:t>
            </a:r>
            <a:r>
              <a:rPr lang="nb-NO" b="1" dirty="0"/>
              <a:t>signalbehandlingsmetode</a:t>
            </a:r>
            <a:r>
              <a:rPr lang="nb-NO" dirty="0"/>
              <a:t>.</a:t>
            </a:r>
          </a:p>
          <a:p>
            <a:pPr marL="0" indent="0">
              <a:buNone/>
            </a:pPr>
            <a:endParaRPr lang="nb-NO" dirty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3337A51-4F30-DB18-6C17-57CA10351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27.10.2025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3DFD12A3-8116-53FF-E127-C173FA1C1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44A3890A-3C17-525E-519C-5121A3104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30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072380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E804EA5-964F-7715-F578-A8F4E2BAD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Del 1: Bruk av sensor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98FE896-872B-A04A-0C49-3AB30F2A2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dirty="0"/>
              <a:t>Finn ut hvordan man bruker sen-13637</a:t>
            </a:r>
            <a:br>
              <a:rPr lang="nb-NO" dirty="0"/>
            </a:br>
            <a:endParaRPr lang="nb-NO" dirty="0"/>
          </a:p>
          <a:p>
            <a:r>
              <a:rPr lang="nb-NO" dirty="0"/>
              <a:t>Finn ut følgende opplysninger:</a:t>
            </a:r>
          </a:p>
          <a:p>
            <a:pPr lvl="1"/>
            <a:r>
              <a:rPr lang="nb-NO" dirty="0"/>
              <a:t>Målenøyaktighet</a:t>
            </a:r>
          </a:p>
          <a:p>
            <a:pPr lvl="1"/>
            <a:r>
              <a:rPr lang="nb-NO" dirty="0"/>
              <a:t>Levetid (korrosjon, stabilitet)</a:t>
            </a:r>
          </a:p>
          <a:p>
            <a:pPr lvl="1"/>
            <a:r>
              <a:rPr lang="nb-NO" dirty="0"/>
              <a:t>Bruksområde</a:t>
            </a:r>
          </a:p>
          <a:p>
            <a:endParaRPr lang="nb-NO" dirty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8A6D252-BD88-6108-1F83-01D8F7420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27.10.2025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B7C318B5-8683-7AFF-265B-25EB0E2E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6D6CE674-9AC3-8D76-6B9A-16132C61B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31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590814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588C6F5-467F-01DE-9A05-44A3F99D6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Del 2: Målefrekvens og levetid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B419440-C2D4-3347-F40E-CF4937B3D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dirty="0"/>
              <a:t>Bestem hvor ofte systemet skal ta målinger.</a:t>
            </a:r>
            <a:br>
              <a:rPr lang="nb-NO" dirty="0"/>
            </a:br>
            <a:r>
              <a:rPr lang="nb-NO" dirty="0"/>
              <a:t>Forklar hvordan valg av målefrekvens påvirker:</a:t>
            </a:r>
          </a:p>
          <a:p>
            <a:r>
              <a:rPr lang="nb-NO" dirty="0"/>
              <a:t>Sensorens levetid</a:t>
            </a:r>
          </a:p>
          <a:p>
            <a:r>
              <a:rPr lang="nb-NO" dirty="0"/>
              <a:t>Datakvalitet</a:t>
            </a:r>
          </a:p>
          <a:p>
            <a:r>
              <a:rPr lang="nb-NO" dirty="0"/>
              <a:t>Strømforbruk og effektivitet</a:t>
            </a:r>
          </a:p>
          <a:p>
            <a:endParaRPr lang="nb-NO" dirty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DBD2C4E2-2632-6375-4A6D-530546F7A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27.10.2025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9CE7C89E-BEB9-B524-2399-BC65ACCD8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85BBCDB-FBF5-956E-B86A-4A5345B22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32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619460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0E76E7F-549C-03FC-3D56-BCA248A1F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Del 3: Signalbehandling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2A88E76-EEAB-0F7A-AA58-B86DF008C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b-NO" dirty="0"/>
              <a:t>Implementer </a:t>
            </a:r>
            <a:r>
              <a:rPr lang="nb-NO" b="1" dirty="0"/>
              <a:t>to ulike filtreringsmetoder</a:t>
            </a:r>
            <a:r>
              <a:rPr lang="nb-NO" dirty="0"/>
              <a:t> for å glatte signalet, f.eks.:</a:t>
            </a:r>
          </a:p>
          <a:p>
            <a:r>
              <a:rPr lang="nb-NO" dirty="0"/>
              <a:t>Glidende gjennomsnitt</a:t>
            </a:r>
          </a:p>
          <a:p>
            <a:r>
              <a:rPr lang="nb-NO" dirty="0"/>
              <a:t>Medianfilter</a:t>
            </a:r>
          </a:p>
          <a:p>
            <a:r>
              <a:rPr lang="nb-NO" dirty="0"/>
              <a:t>Eksponentiell glatting</a:t>
            </a:r>
          </a:p>
          <a:p>
            <a:pPr marL="0" indent="0">
              <a:buNone/>
            </a:pPr>
            <a:r>
              <a:rPr lang="nb-NO" dirty="0"/>
              <a:t>Vis hvordan de påvirker datastabilitet (for eksempel med utskrift til Serial Monitor).</a:t>
            </a:r>
            <a:br>
              <a:rPr lang="nb-NO" dirty="0"/>
            </a:br>
            <a:r>
              <a:rPr lang="nb-NO" dirty="0"/>
              <a:t>Velg deretter den metoden du mener fungerer best – og begrunn hvorfor.</a:t>
            </a:r>
          </a:p>
          <a:p>
            <a:endParaRPr lang="nb-NO" dirty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39EE3D1B-AC33-4E46-7D3F-89AF3505A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27.10.2025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1DE001B7-3B28-F012-A61E-28986C017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41AADC15-4EBC-9F05-3989-9E1B5937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33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820351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3B7A453-35F1-CDDF-1AC7-AE39E021A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Del 4: Dynamisk terskel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F821DBF-6731-5522-FF3B-DEF509F42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dirty="0"/>
              <a:t>Implementer en </a:t>
            </a:r>
            <a:r>
              <a:rPr lang="nb-NO" b="1" dirty="0"/>
              <a:t>dynamisk terskel</a:t>
            </a:r>
            <a:r>
              <a:rPr lang="nb-NO" dirty="0"/>
              <a:t> som automatisk varsler når jorden blir for tørr, basert på gjennomsnitt og avvik i signalet.</a:t>
            </a:r>
            <a:br>
              <a:rPr lang="nb-NO" dirty="0"/>
            </a:br>
            <a:r>
              <a:rPr lang="nb-NO" dirty="0"/>
              <a:t>Diskuter hvordan denne metoden håndterer støy og langsomme endringer i sensoren over tid.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94A8F3F3-D6F4-AAB8-83AA-079886C30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27.10.2025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26C1C558-2985-0234-36A7-974B44107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BA8C5BD3-D914-ABEA-A73E-E828496A9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34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366638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B7835B5-DBD6-292A-9EA5-C56506B06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n-NO" dirty="0"/>
              <a:t>Del 5: Presenter din </a:t>
            </a:r>
            <a:r>
              <a:rPr lang="nn-NO" dirty="0" err="1"/>
              <a:t>løsning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4C1703A-F395-2E09-9E78-44EE95284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dirty="0"/>
              <a:t>Lever en kort presentasjon (10 min) hvor du forklarer:</a:t>
            </a:r>
          </a:p>
          <a:p>
            <a:r>
              <a:rPr lang="nb-NO" dirty="0"/>
              <a:t>Hvilke valg du tok, og hvorfor</a:t>
            </a:r>
          </a:p>
          <a:p>
            <a:r>
              <a:rPr lang="nb-NO" dirty="0"/>
              <a:t>Hva som fungerte best og dårligst</a:t>
            </a:r>
          </a:p>
          <a:p>
            <a:r>
              <a:rPr lang="nb-NO" dirty="0"/>
              <a:t>Hvordan du ville forbedret systemet for et ekte vekstmiljø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EE6034E7-70CE-2AAF-AD83-EFF9FAB23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27.10.2025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27971772-83D3-89E2-6F9D-16DE97E76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22A9518C-DE9B-B2D8-9B2B-7B2D543C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35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278782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B004003-0E80-09CF-5106-D879BABAF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Bonusutfordring (valgfri)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EDE7139-3C2D-55D2-7279-078EAA747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dirty="0"/>
              <a:t>Simuler aldring av sensoren (for eksempel ved å legge til en konstant forskyvning i signalet) og vurder hvordan ditt system håndterer dette.</a:t>
            </a:r>
            <a:br>
              <a:rPr lang="nb-NO" dirty="0"/>
            </a:br>
            <a:r>
              <a:rPr lang="nb-NO" dirty="0"/>
              <a:t>Kan signalbehandling alene kompensere for sensorens degradering?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8EBC47E-0AC8-BE2D-1CAE-AD4A8450F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27.10.2025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E04335C2-7C0B-7820-074C-631EACC05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DCE1FC3C-D342-2D3E-2642-E3A093047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36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41290808"/>
      </p:ext>
    </p:extLst>
  </p:cSld>
  <p:clrMapOvr>
    <a:masterClrMapping/>
  </p:clrMapOvr>
</p:sld>
</file>

<file path=ppt/theme/theme1.xml><?xml version="1.0" encoding="utf-8"?>
<a:theme xmlns:a="http://schemas.openxmlformats.org/drawingml/2006/main" name="HIOF-template-7.13.Presentasjonsmal-NOR-v.0.0.3">
  <a:themeElements>
    <a:clrScheme name="HIOF-palett">
      <a:dk1>
        <a:srgbClr val="101820"/>
      </a:dk1>
      <a:lt1>
        <a:srgbClr val="101820"/>
      </a:lt1>
      <a:dk2>
        <a:srgbClr val="EDEBE9"/>
      </a:dk2>
      <a:lt2>
        <a:srgbClr val="FFFFFF"/>
      </a:lt2>
      <a:accent1>
        <a:srgbClr val="3CBFAE"/>
      </a:accent1>
      <a:accent2>
        <a:srgbClr val="C76D62"/>
      </a:accent2>
      <a:accent3>
        <a:srgbClr val="457A7C"/>
      </a:accent3>
      <a:accent4>
        <a:srgbClr val="D7D2CB"/>
      </a:accent4>
      <a:accent5>
        <a:srgbClr val="978794"/>
      </a:accent5>
      <a:accent6>
        <a:srgbClr val="C0B8B0"/>
      </a:accent6>
      <a:hlink>
        <a:srgbClr val="457A7C"/>
      </a:hlink>
      <a:folHlink>
        <a:srgbClr val="3CBFAE"/>
      </a:folHlink>
    </a:clrScheme>
    <a:fontScheme name="Office klassisk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883180C750DED49832A828A345BD068" ma:contentTypeVersion="16" ma:contentTypeDescription="Opprett et nytt dokument." ma:contentTypeScope="" ma:versionID="0ffaa19da4f66163451a89d5c36b2850">
  <xsd:schema xmlns:xsd="http://www.w3.org/2001/XMLSchema" xmlns:xs="http://www.w3.org/2001/XMLSchema" xmlns:p="http://schemas.microsoft.com/office/2006/metadata/properties" xmlns:ns3="b44559a2-a91c-4b3d-9b02-34bf4e41e8de" xmlns:ns4="46d65abe-389b-4595-a034-c32f88a2f72f" targetNamespace="http://schemas.microsoft.com/office/2006/metadata/properties" ma:root="true" ma:fieldsID="effdf5abe430e858cc173ba807cbedc6" ns3:_="" ns4:_="">
    <xsd:import namespace="b44559a2-a91c-4b3d-9b02-34bf4e41e8de"/>
    <xsd:import namespace="46d65abe-389b-4595-a034-c32f88a2f72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SearchProperties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4559a2-a91c-4b3d-9b02-34bf4e41e8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d65abe-389b-4595-a034-c32f88a2f72f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Hash for deling av tips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44559a2-a91c-4b3d-9b02-34bf4e41e8de" xsi:nil="true"/>
  </documentManagement>
</p:properties>
</file>

<file path=customXml/itemProps1.xml><?xml version="1.0" encoding="utf-8"?>
<ds:datastoreItem xmlns:ds="http://schemas.openxmlformats.org/officeDocument/2006/customXml" ds:itemID="{9D0EBD75-8E1C-48FC-9758-5998BD7A9BD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1A313DA-7499-44CA-9284-9D5B4533FEB0}">
  <ds:schemaRefs>
    <ds:schemaRef ds:uri="46d65abe-389b-4595-a034-c32f88a2f72f"/>
    <ds:schemaRef ds:uri="b44559a2-a91c-4b3d-9b02-34bf4e41e8d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50A1235-4F99-4957-98A9-279FBCDCAF1B}">
  <ds:schemaRefs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dcmitype/"/>
    <ds:schemaRef ds:uri="46d65abe-389b-4595-a034-c32f88a2f72f"/>
    <ds:schemaRef ds:uri="http://www.w3.org/XML/1998/namespace"/>
    <ds:schemaRef ds:uri="http://schemas.openxmlformats.org/package/2006/metadata/core-properties"/>
    <ds:schemaRef ds:uri="b44559a2-a91c-4b3d-9b02-34bf4e41e8de"/>
    <ds:schemaRef ds:uri="http://schemas.microsoft.com/office/2006/metadata/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HIOF-template-7.13.Presentasjonsmal-NOR-v.0.0.3.potx</Template>
  <TotalTime>51</TotalTime>
  <Words>2638</Words>
  <Application>Microsoft Office PowerPoint</Application>
  <PresentationFormat>Skjermfremvisning (16:9)</PresentationFormat>
  <Paragraphs>421</Paragraphs>
  <Slides>36</Slides>
  <Notes>1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36</vt:i4>
      </vt:variant>
    </vt:vector>
  </HeadingPairs>
  <TitlesOfParts>
    <vt:vector size="40" baseType="lpstr">
      <vt:lpstr>Arial</vt:lpstr>
      <vt:lpstr>Calibri</vt:lpstr>
      <vt:lpstr>Source Sans Pro</vt:lpstr>
      <vt:lpstr>HIOF-template-7.13.Presentasjonsmal-NOR-v.0.0.3</vt:lpstr>
      <vt:lpstr>Introduksjon til fuktsensor og signalbehandling</vt:lpstr>
      <vt:lpstr>Læringsmål</vt:lpstr>
      <vt:lpstr>Fuktsensorer med Arduino</vt:lpstr>
      <vt:lpstr>Ulike typer fuktsensorer</vt:lpstr>
      <vt:lpstr>PowerPoint-presentasjon</vt:lpstr>
      <vt:lpstr>Hvordan fungerer det?</vt:lpstr>
      <vt:lpstr>Eksempelkode</vt:lpstr>
      <vt:lpstr>Hvor ofte bør man måle?</vt:lpstr>
      <vt:lpstr>⚠️ Korrosjon i fuktsensorer ⚠️</vt:lpstr>
      <vt:lpstr>Hva er korrosjon?</vt:lpstr>
      <vt:lpstr>Hvorfor skjer det på resistive sensorer?</vt:lpstr>
      <vt:lpstr>Hvordan unngå korrosjon?</vt:lpstr>
      <vt:lpstr>Sensoren endrer seg i løpet av levetiden</vt:lpstr>
      <vt:lpstr>Løsning: regelmessig rekalibrering. </vt:lpstr>
      <vt:lpstr>NB! Mulige konsekvenser for planter</vt:lpstr>
      <vt:lpstr>Eksempel fra virkeligheten: Monitoring Indoor Strawberry Cultivation:  Tracking Plant Development and Predicting Changes in Environmental Variables</vt:lpstr>
      <vt:lpstr>PowerPoint-presentasjon</vt:lpstr>
      <vt:lpstr>Jordsensorekspriment</vt:lpstr>
      <vt:lpstr>Kalibrering av fuktsensor</vt:lpstr>
      <vt:lpstr>Signalbehandling – 5 vanlige typer</vt:lpstr>
      <vt:lpstr>Signalbehandling av fuktsensor</vt:lpstr>
      <vt:lpstr>Glidende gjennomsnitt (Moving Average Filter)</vt:lpstr>
      <vt:lpstr>Medianfilter</vt:lpstr>
      <vt:lpstr>Eksponentiell glatting (Exponential Moving Average)</vt:lpstr>
      <vt:lpstr>Differensfilter (Change Detection)</vt:lpstr>
      <vt:lpstr>Kombinert dynamisk terskel (Adaptive Threshold)</vt:lpstr>
      <vt:lpstr>Øve på å presentere løsning</vt:lpstr>
      <vt:lpstr>Hvorfor øver vi på å presentere oppgaven?</vt:lpstr>
      <vt:lpstr>Vise forståelse</vt:lpstr>
      <vt:lpstr>Design et pålitelig jordfuktighetssystem</vt:lpstr>
      <vt:lpstr>Del 1: Bruk av sensor</vt:lpstr>
      <vt:lpstr>Del 2: Målefrekvens og levetid</vt:lpstr>
      <vt:lpstr>Del 3: Signalbehandling</vt:lpstr>
      <vt:lpstr>Del 4: Dynamisk terskel</vt:lpstr>
      <vt:lpstr>Del 5: Presenter din løsning</vt:lpstr>
      <vt:lpstr>Bonusutfordring (valgfri)</vt:lpstr>
    </vt:vector>
  </TitlesOfParts>
  <Manager/>
  <Company>The Pitch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HIOF-template-7.13.Presentasjonsmal</dc:title>
  <dc:subject/>
  <dc:creator>Karine Strand Andresen</dc:creator>
  <cp:keywords/>
  <dc:description/>
  <cp:lastModifiedBy>Martin Arthur Andersen</cp:lastModifiedBy>
  <cp:revision>2</cp:revision>
  <dcterms:created xsi:type="dcterms:W3CDTF">2015-06-11T22:12:29Z</dcterms:created>
  <dcterms:modified xsi:type="dcterms:W3CDTF">2025-10-27T10:56:24Z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0x0101000883180C750DED49832A828A345BD068</vt:lpwstr>
  </property>
  <property fmtid="{D5CDD505-2E9C-101B-9397-08002B2CF9AE}" pid="3" name="MediaServiceImageTags">
    <vt:lpwstr/>
  </property>
</Properties>
</file>