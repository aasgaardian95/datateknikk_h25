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8"/>
  </p:notesMasterIdLst>
  <p:handoutMasterIdLst>
    <p:handoutMasterId r:id="rId19"/>
  </p:handoutMasterIdLst>
  <p:sldIdLst>
    <p:sldId id="258" r:id="rId5"/>
    <p:sldId id="259" r:id="rId6"/>
    <p:sldId id="260" r:id="rId7"/>
    <p:sldId id="261" r:id="rId8"/>
    <p:sldId id="262" r:id="rId9"/>
    <p:sldId id="267" r:id="rId10"/>
    <p:sldId id="269" r:id="rId11"/>
    <p:sldId id="266" r:id="rId12"/>
    <p:sldId id="268" r:id="rId13"/>
    <p:sldId id="270" r:id="rId14"/>
    <p:sldId id="265" r:id="rId15"/>
    <p:sldId id="264" r:id="rId16"/>
    <p:sldId id="271" r:id="rId17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0"/>
    <p:restoredTop sz="84504" autoAdjust="0"/>
  </p:normalViewPr>
  <p:slideViewPr>
    <p:cSldViewPr snapToGrid="0">
      <p:cViewPr varScale="1">
        <p:scale>
          <a:sx n="123" d="100"/>
          <a:sy n="123" d="100"/>
        </p:scale>
        <p:origin x="87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29.09.2025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29.09.2025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Hei, og velkommen til introduksjon til </a:t>
            </a:r>
            <a:r>
              <a:rPr lang="nb-NO" dirty="0" err="1"/>
              <a:t>Arduino</a:t>
            </a:r>
            <a:r>
              <a:rPr lang="nb-NO" dirty="0"/>
              <a:t>.</a:t>
            </a:r>
            <a:br>
              <a:rPr lang="nb-NO" dirty="0"/>
            </a:br>
            <a:endParaRPr lang="nb-NO" dirty="0"/>
          </a:p>
          <a:p>
            <a:r>
              <a:rPr lang="nb-NO" dirty="0"/>
              <a:t>Jeg kommer til å legge ut presentasjonen på Canvas.</a:t>
            </a:r>
          </a:p>
          <a:p>
            <a:endParaRPr lang="nb-NO" dirty="0"/>
          </a:p>
          <a:p>
            <a:r>
              <a:rPr lang="nb-NO" dirty="0"/>
              <a:t>Tips: Jeg bruker notat-funksjonen sånn at man kan se </a:t>
            </a:r>
            <a:r>
              <a:rPr lang="nb-NO" dirty="0" err="1"/>
              <a:t>ca</a:t>
            </a:r>
            <a:r>
              <a:rPr lang="nb-NO" dirty="0"/>
              <a:t> hva jeg sa på hver slide (og for å huske hva jeg skal si).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29.09.2025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29.09.2025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29.09.2025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29.09.2025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29.09.2025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29.09.2025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29.09.2025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29.09.2025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29.09.2025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rduino.cc/libraries/servo/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rduino.cc/libraries/servo/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n-NO" dirty="0" err="1"/>
              <a:t>Arduino-biblioteker</a:t>
            </a:r>
            <a:r>
              <a:rPr lang="nn-NO" dirty="0"/>
              <a:t> og </a:t>
            </a:r>
            <a:r>
              <a:rPr lang="nn-NO" dirty="0" err="1"/>
              <a:t>tilpasning</a:t>
            </a:r>
            <a:r>
              <a:rPr lang="nn-NO" dirty="0"/>
              <a:t> av eksempelkode</a:t>
            </a:r>
            <a:endParaRPr lang="nb-NO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29.09.2025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1E5C7C2-ACA8-2D5E-08AF-089AF541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Agenda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EC7B28D-495F-9546-4CE1-167BA4DD7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C05B879-76A4-86BE-14C2-1F7F4BD3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16EFDE8-488F-D3C1-5CA0-99C4C49B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8814710-3378-DFBA-F172-5BBE908C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716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144B3EA-C9CE-3E3F-BA91-6296FAAB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Læringsmål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2EA1885-396D-35B0-76BE-F4BF8ABA8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Kjenne til </a:t>
            </a:r>
            <a:r>
              <a:rPr lang="nb-NO" dirty="0" err="1"/>
              <a:t>Arduino</a:t>
            </a:r>
            <a:r>
              <a:rPr lang="nb-NO" dirty="0"/>
              <a:t>-biblioteker</a:t>
            </a:r>
          </a:p>
          <a:p>
            <a:pPr lvl="1"/>
            <a:r>
              <a:rPr lang="nb-NO" dirty="0" err="1"/>
              <a:t>Community</a:t>
            </a:r>
            <a:endParaRPr lang="nb-NO" dirty="0"/>
          </a:p>
          <a:p>
            <a:pPr lvl="1"/>
            <a:r>
              <a:rPr lang="nb-NO" dirty="0"/>
              <a:t>Stock</a:t>
            </a:r>
          </a:p>
          <a:p>
            <a:r>
              <a:rPr lang="nb-NO" dirty="0"/>
              <a:t>Kunne tilpasse eksempelkode til egen kobling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5901646-ADCA-5F20-8185-BC4777A5A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B782A5B-3F66-74B2-E37D-7D5BA24A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B3C8DB8-9C53-E0BA-19D3-A9D6CA70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0652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DB01E9-66FE-071F-0F76-729ABE66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Hva er et bibliotek?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070EAEB-010B-C1D1-4769-4C32977D9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Samling av ferdiglaget kode</a:t>
            </a:r>
          </a:p>
          <a:p>
            <a:r>
              <a:rPr lang="nb-NO" dirty="0"/>
              <a:t>Gjør det enklere å bruke sensorer og moduler</a:t>
            </a:r>
          </a:p>
          <a:p>
            <a:r>
              <a:rPr lang="nb-NO" dirty="0"/>
              <a:t>Eksempel: </a:t>
            </a:r>
          </a:p>
          <a:p>
            <a:pPr lvl="1"/>
            <a:r>
              <a:rPr lang="nb-NO" dirty="0"/>
              <a:t>Servo </a:t>
            </a:r>
          </a:p>
          <a:p>
            <a:pPr lvl="1"/>
            <a:r>
              <a:rPr lang="nb-NO" dirty="0"/>
              <a:t>LCD </a:t>
            </a:r>
          </a:p>
          <a:p>
            <a:pPr lvl="1"/>
            <a:r>
              <a:rPr lang="nb-NO" dirty="0"/>
              <a:t>DHT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A4D8B10-D4E9-A2C2-58F8-A2D2487A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62862DA-2390-BFA7-AD30-7F00F7B9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60650B5-749C-B8FF-D212-7142D68B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5324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B3CB-3913-5186-7079-5719D0D5F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412A81-A975-8BBF-9E1E-92748F475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Hvor finner vi biblioteker?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8CC618F-6160-657D-6205-345FB6287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 err="1"/>
              <a:t>Arduino</a:t>
            </a:r>
            <a:r>
              <a:rPr lang="nb-NO" dirty="0"/>
              <a:t> IDE → Library Manager</a:t>
            </a:r>
          </a:p>
          <a:p>
            <a:endParaRPr lang="nb-NO" dirty="0"/>
          </a:p>
          <a:p>
            <a:r>
              <a:rPr lang="nb-NO" dirty="0"/>
              <a:t>Eksempler og dokumentasjon følger ofte med</a:t>
            </a:r>
          </a:p>
          <a:p>
            <a:endParaRPr lang="nb-NO" dirty="0"/>
          </a:p>
          <a:p>
            <a:r>
              <a:rPr lang="nb-NO" dirty="0"/>
              <a:t>Mange tilgjengelige online</a:t>
            </a:r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68E534F8-D690-E0F8-3959-A7084C4C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36399"/>
            <a:ext cx="4038600" cy="2121975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8D90C3D-D619-FD41-CCD7-A467FCA0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D60A2AD-B49E-68B4-27CE-6D5292C2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07EF72D-7299-0E58-BBBC-C4F35033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1862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CC22285-A36A-BB49-07A4-1EA1BB180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Hvorfor bruke biblioteker?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B5E527A-96E9-DC43-5A34-EB1B71AF4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Enklere og raskere å komme i gang</a:t>
            </a:r>
          </a:p>
          <a:p>
            <a:r>
              <a:rPr lang="nb-NO" dirty="0"/>
              <a:t>Gjenbruk av testet og pålitelig kode av kode skrevet av andre</a:t>
            </a:r>
          </a:p>
          <a:p>
            <a:r>
              <a:rPr lang="nb-NO" dirty="0"/>
              <a:t>Støtte for mange sensorer og moduler</a:t>
            </a:r>
          </a:p>
          <a:p>
            <a:r>
              <a:rPr lang="nb-NO" dirty="0"/>
              <a:t>Mange eksempler og dokumentasjon tilgjengelig</a:t>
            </a:r>
          </a:p>
          <a:p>
            <a:r>
              <a:rPr lang="nb-NO" dirty="0"/>
              <a:t>Gir mulighet til å fokusere på egen logikk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A5DD234-A600-945F-6609-5936AC20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48F6CD-3ACB-F3E9-31CE-53663690F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AAAEA96-B95F-88D6-EDC2-DF29C218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8314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DC16871-2CD0-DAA1-07F2-C9321D1A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Ulemper ved bruk av biblioteker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7201D7D-F92D-5DA9-7EAE-3075B16B6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Man forstår mindre av hvordan koden virker</a:t>
            </a:r>
          </a:p>
          <a:p>
            <a:r>
              <a:rPr lang="nb-NO" dirty="0"/>
              <a:t>Mindre fleksibilitet, låst til bibliotekets løsning</a:t>
            </a:r>
          </a:p>
          <a:p>
            <a:r>
              <a:rPr lang="nb-NO" dirty="0"/>
              <a:t>Kan være tungt for minne og prosessor</a:t>
            </a:r>
          </a:p>
          <a:p>
            <a:r>
              <a:rPr lang="nb-NO" dirty="0"/>
              <a:t>Ikke alltid oppdatert eller kompatibelt</a:t>
            </a:r>
          </a:p>
          <a:p>
            <a:r>
              <a:rPr lang="nb-NO" dirty="0"/>
              <a:t>Vanskelig å </a:t>
            </a:r>
            <a:r>
              <a:rPr lang="nb-NO" dirty="0" err="1"/>
              <a:t>feilsøke</a:t>
            </a:r>
            <a:r>
              <a:rPr lang="nb-NO" dirty="0"/>
              <a:t> om noe går galt inni biblioteket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A274A7E-71EC-D31B-8EC7-FE8A5FA93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6C45AE5-64EE-2D51-5204-756C27AB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E5CD5D8-94A6-156D-B289-2753756A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7323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16024A-FEA4-B9D7-B862-8ADEBC87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Hvordan bruke bibliotek?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9F5F365-5EAA-326E-AD45-8A8D66657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nb-NO" b="1" dirty="0"/>
              <a:t>Forstå hva biblioteket gjør</a:t>
            </a:r>
          </a:p>
          <a:p>
            <a:pPr lvl="1"/>
            <a:r>
              <a:rPr lang="nb-NO" dirty="0"/>
              <a:t>Ikke bare kopier kode – sett deg inn i hva biblioteket faktisk løser.</a:t>
            </a:r>
          </a:p>
          <a:p>
            <a:pPr lvl="1"/>
            <a:r>
              <a:rPr lang="nb-NO" dirty="0"/>
              <a:t>Hvilke funksjoner finnes, og hva er deres hensikt?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b="1" dirty="0"/>
              <a:t>Dokumentasjon er nøkkelen</a:t>
            </a:r>
          </a:p>
          <a:p>
            <a:pPr lvl="1"/>
            <a:r>
              <a:rPr lang="nb-NO" dirty="0"/>
              <a:t>Les gjennom dokumentasjonen for å se hvordan biblioteket brukes.</a:t>
            </a:r>
          </a:p>
          <a:p>
            <a:pPr lvl="1"/>
            <a:r>
              <a:rPr lang="nb-NO" dirty="0"/>
              <a:t>Sjekk alltid om det finnes eksempler – ofte er de den raskeste inngangen.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Kjenne til begrensningene</a:t>
            </a:r>
          </a:p>
          <a:p>
            <a:pPr lvl="1"/>
            <a:r>
              <a:rPr lang="nb-NO" dirty="0"/>
              <a:t>Ikke alle biblioteker fungerer med alle sensorer, plattformer eller </a:t>
            </a:r>
            <a:r>
              <a:rPr lang="nb-NO" dirty="0" err="1"/>
              <a:t>Arduino</a:t>
            </a:r>
            <a:r>
              <a:rPr lang="nb-NO" dirty="0"/>
              <a:t>-modeller.</a:t>
            </a:r>
          </a:p>
          <a:p>
            <a:pPr lvl="1"/>
            <a:r>
              <a:rPr lang="nb-NO" dirty="0"/>
              <a:t>Noen kan bruke mye minne eller CPU – spesielt viktig på små mikrokontrollere.</a:t>
            </a:r>
            <a:br>
              <a:rPr lang="nb-NO" dirty="0"/>
            </a:br>
            <a:endParaRPr lang="nb-NO" dirty="0"/>
          </a:p>
          <a:p>
            <a:r>
              <a:rPr lang="nb-NO" b="1" dirty="0" err="1"/>
              <a:t>Initialisering</a:t>
            </a:r>
            <a:r>
              <a:rPr lang="nb-NO" b="1" dirty="0"/>
              <a:t> og oppsett</a:t>
            </a:r>
          </a:p>
          <a:p>
            <a:pPr lvl="1"/>
            <a:r>
              <a:rPr lang="nb-NO" dirty="0"/>
              <a:t>De fleste biblioteker krever at du kaller en </a:t>
            </a:r>
            <a:r>
              <a:rPr lang="nb-NO" dirty="0" err="1"/>
              <a:t>begin</a:t>
            </a:r>
            <a:r>
              <a:rPr lang="nb-NO" dirty="0"/>
              <a:t>() eller lignende i </a:t>
            </a:r>
            <a:r>
              <a:rPr lang="nb-NO" dirty="0" err="1"/>
              <a:t>setup</a:t>
            </a:r>
            <a:r>
              <a:rPr lang="nb-NO" dirty="0"/>
              <a:t>().</a:t>
            </a:r>
          </a:p>
          <a:p>
            <a:pPr lvl="1"/>
            <a:r>
              <a:rPr lang="nb-NO" dirty="0"/>
              <a:t>Ofte må man oppgi pinner eller andre </a:t>
            </a:r>
            <a:r>
              <a:rPr lang="nb-NO" dirty="0" err="1"/>
              <a:t>parametre</a:t>
            </a:r>
            <a:r>
              <a:rPr lang="nb-NO" dirty="0"/>
              <a:t> ved oppstart.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Tilpasning til egen kobling</a:t>
            </a:r>
          </a:p>
          <a:p>
            <a:pPr lvl="1"/>
            <a:r>
              <a:rPr lang="nb-NO" dirty="0"/>
              <a:t>Standard eksempelkode må nesten alltid justeres:</a:t>
            </a:r>
          </a:p>
          <a:p>
            <a:pPr lvl="2"/>
            <a:r>
              <a:rPr lang="nb-NO" dirty="0"/>
              <a:t>Endre pin-nummer</a:t>
            </a:r>
          </a:p>
          <a:p>
            <a:pPr lvl="2"/>
            <a:r>
              <a:rPr lang="nb-NO" dirty="0"/>
              <a:t>Justere </a:t>
            </a:r>
            <a:r>
              <a:rPr lang="nb-NO" dirty="0" err="1"/>
              <a:t>parametre</a:t>
            </a:r>
            <a:r>
              <a:rPr lang="nb-NO" dirty="0"/>
              <a:t> (f.eks. sensor-type, baudrate, servo-vinkel osv.)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EC9F120-F29B-99D7-A904-45768390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6B63116-54A7-9CBA-C468-BE0876C2B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8FE9F69-2757-4204-3032-BE910AC1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9203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A9155F-233F-0435-144F-44AB0D26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Vanlige feil når man bruker biblioteker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2A7D322-110B-16B8-B5F3-BBD834521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Glemmer #include</a:t>
            </a:r>
          </a:p>
          <a:p>
            <a:r>
              <a:rPr lang="nb-NO" dirty="0"/>
              <a:t>Ikke kalt .</a:t>
            </a:r>
            <a:r>
              <a:rPr lang="nb-NO" dirty="0" err="1"/>
              <a:t>begin</a:t>
            </a:r>
            <a:r>
              <a:rPr lang="nb-NO" dirty="0"/>
              <a:t>() i </a:t>
            </a:r>
            <a:r>
              <a:rPr lang="nb-NO" dirty="0" err="1"/>
              <a:t>setup</a:t>
            </a:r>
            <a:r>
              <a:rPr lang="nb-NO" dirty="0"/>
              <a:t>()</a:t>
            </a:r>
          </a:p>
          <a:p>
            <a:r>
              <a:rPr lang="nb-NO" dirty="0"/>
              <a:t>Feil pin eller sensor-type valgt</a:t>
            </a:r>
          </a:p>
          <a:p>
            <a:r>
              <a:rPr lang="nb-NO" dirty="0"/>
              <a:t>Ikke lastet ned biblioteket først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D7885F3-B801-E28A-1F61-50C267B6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82B50A4-FB4A-313C-1868-9EC75CFD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87B4FB-4B8C-6492-C13F-D32F32C40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5656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1B17-C9DA-C970-7A08-C768C4DF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DAF24DD-66CE-A804-D6E9-081D5C63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1999"/>
            <a:ext cx="9144000" cy="3215106"/>
          </a:xfrm>
        </p:spPr>
        <p:txBody>
          <a:bodyPr/>
          <a:lstStyle/>
          <a:p>
            <a:r>
              <a:rPr lang="nb-NO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https://docs.arduino.cc/</a:t>
            </a:r>
            <a:endParaRPr lang="nb-NO" dirty="0">
              <a:solidFill>
                <a:schemeClr val="bg2"/>
              </a:solidFill>
            </a:endParaRP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7236AC54-3FD1-5AF7-B686-F4C5B067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DC53-2898-304E-8D88-1BB22CAC7760}" type="datetime1">
              <a:rPr lang="nb-NO" smtClean="0"/>
              <a:t>29.09.2025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15E4244-003B-45A1-171D-0671469D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5C79719F-82D5-B9B8-B166-3D98C051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416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1B5D2-7081-9392-DBFC-EB263F9EB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4061616-F6B7-B423-AB82-C196C1BF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A7DDA62-3292-D133-EC13-00DA1DB32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5FB1E4D-4F82-7F69-7EB8-7E9D5644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11</a:t>
            </a:fld>
            <a:endParaRPr lang="nb-NO"/>
          </a:p>
        </p:txBody>
      </p:sp>
      <p:sp>
        <p:nvSpPr>
          <p:cNvPr id="8" name="Plassholder for innhold 7">
            <a:extLst>
              <a:ext uri="{FF2B5EF4-FFF2-40B4-BE49-F238E27FC236}">
                <a16:creationId xmlns:a16="http://schemas.microsoft.com/office/drawing/2014/main" id="{742D2247-D231-842D-D441-F36B7ABCA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5760F47-CFC5-9712-ADFB-C4CF2D99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pic>
        <p:nvPicPr>
          <p:cNvPr id="12" name="Bilde 11">
            <a:extLst>
              <a:ext uri="{FF2B5EF4-FFF2-40B4-BE49-F238E27FC236}">
                <a16:creationId xmlns:a16="http://schemas.microsoft.com/office/drawing/2014/main" id="{D98B7317-65E1-0709-10CB-BFD1ED9AE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73" y="0"/>
            <a:ext cx="891185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80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C7E4AE9-FF4E-DFE3-742A-187B7756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1999"/>
            <a:ext cx="9144000" cy="3215106"/>
          </a:xfrm>
        </p:spPr>
        <p:txBody>
          <a:bodyPr/>
          <a:lstStyle/>
          <a:p>
            <a:r>
              <a:rPr lang="nb-NO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https://docs.arduino.cc/libraries/servo/</a:t>
            </a:r>
            <a:endParaRPr lang="nb-NO" dirty="0">
              <a:solidFill>
                <a:schemeClr val="bg2"/>
              </a:solidFill>
            </a:endParaRP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DCF7AB1B-835A-D8A6-8390-C596D69D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DC53-2898-304E-8D88-1BB22CAC7760}" type="datetime1">
              <a:rPr lang="nb-NO" smtClean="0"/>
              <a:t>29.09.2025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0FA080A-2F38-D51C-8F5D-3677B337E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E1BC1A63-A281-9A72-9D4E-D9096AA3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603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4FE5ECB-E590-35C7-ABDF-A57A4CC5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Praktisk oppgave i </a:t>
            </a:r>
            <a:r>
              <a:rPr lang="nb-NO" dirty="0" err="1"/>
              <a:t>Tinkercad</a:t>
            </a:r>
            <a:r>
              <a:rPr lang="nb-NO" dirty="0"/>
              <a:t>: Servo med bibliotek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65CB130-FDE5-0938-99C1-5FF2B9175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Åpne </a:t>
            </a:r>
            <a:r>
              <a:rPr lang="nb-NO" dirty="0" err="1"/>
              <a:t>Tinkercad</a:t>
            </a:r>
            <a:r>
              <a:rPr lang="nb-NO" dirty="0"/>
              <a:t> Circuits og lag et nytt prosjekt.</a:t>
            </a:r>
          </a:p>
          <a:p>
            <a:r>
              <a:rPr lang="nb-NO" dirty="0"/>
              <a:t>Legg til en </a:t>
            </a:r>
            <a:r>
              <a:rPr lang="nb-NO" dirty="0" err="1"/>
              <a:t>Arduino</a:t>
            </a:r>
            <a:r>
              <a:rPr lang="nb-NO" dirty="0"/>
              <a:t> Uno og en Servo motor (f.eks. SG90).</a:t>
            </a:r>
          </a:p>
          <a:p>
            <a:r>
              <a:rPr lang="nb-NO" dirty="0"/>
              <a:t>Koble </a:t>
            </a:r>
            <a:r>
              <a:rPr lang="nb-NO" dirty="0" err="1"/>
              <a:t>servoen:Rød</a:t>
            </a:r>
            <a:r>
              <a:rPr lang="nb-NO" dirty="0"/>
              <a:t> </a:t>
            </a:r>
            <a:r>
              <a:rPr lang="nb-NO"/>
              <a:t>→ 5V</a:t>
            </a:r>
          </a:p>
          <a:p>
            <a:r>
              <a:rPr lang="nb-NO"/>
              <a:t>Brun</a:t>
            </a:r>
            <a:r>
              <a:rPr lang="nb-NO" dirty="0"/>
              <a:t>/sort → </a:t>
            </a:r>
            <a:r>
              <a:rPr lang="nb-NO" dirty="0" err="1"/>
              <a:t>GNDOransje</a:t>
            </a:r>
            <a:r>
              <a:rPr lang="nb-NO" dirty="0"/>
              <a:t> → digital pin 9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101BD0-D576-79AC-4CF0-CB2578D1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29.09.2025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BBE93C3-7EFC-EB71-B2C9-B3C828F4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EAA6FF7-95EA-2468-7D5F-B3719F23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5955407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0e2b19-d22b-458d-836c-196ed8ef0578" xsi:nil="true"/>
    <lcf76f155ced4ddcb4097134ff3c332f xmlns="e84ae1cb-83da-46e9-90cf-a6223a3d62b4">
      <Terms xmlns="http://schemas.microsoft.com/office/infopath/2007/PartnerControls"/>
    </lcf76f155ced4ddcb4097134ff3c332f>
    <Bildet xmlns="e84ae1cb-83da-46e9-90cf-a6223a3d62b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18F6B0D4B41FA41BC01CD0D24188169" ma:contentTypeVersion="20" ma:contentTypeDescription="Opprett et nytt dokument." ma:contentTypeScope="" ma:versionID="b7a18621afdaa9d919b5d73324a8a37d">
  <xsd:schema xmlns:xsd="http://www.w3.org/2001/XMLSchema" xmlns:xs="http://www.w3.org/2001/XMLSchema" xmlns:p="http://schemas.microsoft.com/office/2006/metadata/properties" xmlns:ns2="e84ae1cb-83da-46e9-90cf-a6223a3d62b4" xmlns:ns3="330e2b19-d22b-458d-836c-196ed8ef0578" targetNamespace="http://schemas.microsoft.com/office/2006/metadata/properties" ma:root="true" ma:fieldsID="133c24ea7f3608032fcac58cce4224fb" ns2:_="" ns3:_="">
    <xsd:import namespace="e84ae1cb-83da-46e9-90cf-a6223a3d62b4"/>
    <xsd:import namespace="330e2b19-d22b-458d-836c-196ed8ef05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Bilde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ae1cb-83da-46e9-90cf-a6223a3d6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0df4930c-91c5-452e-b6ab-428d5d93c6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Bildet" ma:index="26" nillable="true" ma:displayName="Bildet" ma:format="Thumbnail" ma:internalName="Bildet">
      <xsd:simpleType>
        <xsd:restriction base="dms:Unknow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e2b19-d22b-458d-836c-196ed8ef057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7f28dd0-eee2-4647-a0d6-6ff9ffa79036}" ma:internalName="TaxCatchAll" ma:showField="CatchAllData" ma:web="330e2b19-d22b-458d-836c-196ed8ef05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0A1235-4F99-4957-98A9-279FBCDCAF1B}">
  <ds:schemaRefs>
    <ds:schemaRef ds:uri="http://purl.org/dc/elements/1.1/"/>
    <ds:schemaRef ds:uri="e84ae1cb-83da-46e9-90cf-a6223a3d62b4"/>
    <ds:schemaRef ds:uri="330e2b19-d22b-458d-836c-196ed8ef0578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4ED8213-7400-4310-B757-2462B42C6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ae1cb-83da-46e9-90cf-a6223a3d62b4"/>
    <ds:schemaRef ds:uri="330e2b19-d22b-458d-836c-196ed8ef05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8630</TotalTime>
  <Words>564</Words>
  <Application>Microsoft Office PowerPoint</Application>
  <PresentationFormat>Skjermfremvisning (16:9)</PresentationFormat>
  <Paragraphs>106</Paragraphs>
  <Slides>13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13</vt:i4>
      </vt:variant>
    </vt:vector>
  </HeadingPairs>
  <TitlesOfParts>
    <vt:vector size="17" baseType="lpstr">
      <vt:lpstr>Arial</vt:lpstr>
      <vt:lpstr>Calibri</vt:lpstr>
      <vt:lpstr>Source Sans Pro</vt:lpstr>
      <vt:lpstr>HIOF-template-7.13.Presentasjonsmal-NOR-v.0.0.3</vt:lpstr>
      <vt:lpstr>Arduino-biblioteker og tilpasning av eksempelkode</vt:lpstr>
      <vt:lpstr>Agenda</vt:lpstr>
      <vt:lpstr>Læringsmål</vt:lpstr>
      <vt:lpstr>Hva er et bibliotek?</vt:lpstr>
      <vt:lpstr>Hvor finner vi biblioteker?</vt:lpstr>
      <vt:lpstr>Hvorfor bruke biblioteker?</vt:lpstr>
      <vt:lpstr>Ulemper ved bruk av biblioteker</vt:lpstr>
      <vt:lpstr>Hvordan bruke bibliotek?</vt:lpstr>
      <vt:lpstr>Vanlige feil når man bruker biblioteker</vt:lpstr>
      <vt:lpstr>https://docs.arduino.cc/</vt:lpstr>
      <vt:lpstr>PowerPoint-presentasjon</vt:lpstr>
      <vt:lpstr>https://docs.arduino.cc/libraries/servo/</vt:lpstr>
      <vt:lpstr>Praktisk oppgave i Tinkercad: Servo med bibliotek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64</cp:revision>
  <dcterms:created xsi:type="dcterms:W3CDTF">2015-06-11T22:12:29Z</dcterms:created>
  <dcterms:modified xsi:type="dcterms:W3CDTF">2025-09-29T14:01:37Z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0x010100718F6B0D4B41FA41BC01CD0D24188169</vt:lpwstr>
  </property>
  <property fmtid="{D5CDD505-2E9C-101B-9397-08002B2CF9AE}" pid="3" name="MediaServiceImageTags">
    <vt:lpwstr/>
  </property>
</Properties>
</file>