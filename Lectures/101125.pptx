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20"/>
  </p:notesMasterIdLst>
  <p:handoutMasterIdLst>
    <p:handoutMasterId r:id="rId21"/>
  </p:handoutMasterIdLst>
  <p:sldIdLst>
    <p:sldId id="258" r:id="rId5"/>
    <p:sldId id="259" r:id="rId6"/>
    <p:sldId id="275" r:id="rId7"/>
    <p:sldId id="266" r:id="rId8"/>
    <p:sldId id="267" r:id="rId9"/>
    <p:sldId id="268" r:id="rId10"/>
    <p:sldId id="269" r:id="rId11"/>
    <p:sldId id="274" r:id="rId12"/>
    <p:sldId id="276" r:id="rId13"/>
    <p:sldId id="271" r:id="rId14"/>
    <p:sldId id="279" r:id="rId15"/>
    <p:sldId id="278" r:id="rId16"/>
    <p:sldId id="270" r:id="rId17"/>
    <p:sldId id="273" r:id="rId18"/>
    <p:sldId id="277" r:id="rId19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46425-BEC9-4116-AC31-B50475060A69}" v="81" dt="2025-11-10T08:59:05.066"/>
    <p1510:client id="{844FA893-F750-4353-80A3-78EA50CE07EE}" v="1" dt="2025-11-10T10:37:16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8" y="5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5ACB-6D39-BD4E-B219-F3F80F4D5658}" type="datetimeFigureOut">
              <a:rPr lang="nb-NO" smtClean="0"/>
              <a:t>10.11.2025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3D036-F3E9-EE46-9B35-EC7759C2F5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154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4867-3A3C-8F4F-AA72-C1B9EB729F72}" type="datetimeFigureOut">
              <a:rPr lang="nb-NO" smtClean="0"/>
              <a:t>10.11.2025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57E-F630-C147-B67D-734B6B1CD9D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081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1860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94477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10.11.2025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5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4AB339-F0E1-A746-A0DD-B8B314440945}" type="datetime1">
              <a:rPr lang="nb-NO" smtClean="0"/>
              <a:t>10.11.2025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91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590699-1352-D148-B251-D7C28FB0B6CC}" type="datetime1">
              <a:rPr lang="nb-NO" smtClean="0"/>
              <a:t>10.11.2025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489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FF5EF9-C484-D748-964B-06FC147FE0F7}" type="datetime1">
              <a:rPr lang="nb-NO" smtClean="0"/>
              <a:t>10.11.2025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1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E9DC53-2898-304E-8D88-1BB22CAC7760}" type="datetime1">
              <a:rPr lang="nb-NO" smtClean="0"/>
              <a:t>10.11.2025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6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side 1-Hexag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2000"/>
            <a:ext cx="6075947" cy="1998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43905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8" name="Plassholder for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6D0C-2F8A-B642-A138-BA59C775D20D}" type="datetime1">
              <a:rPr lang="nb-NO" smtClean="0"/>
              <a:t>10.11.2025</a:t>
            </a:fld>
            <a:endParaRPr lang="nb-NO"/>
          </a:p>
        </p:txBody>
      </p:sp>
      <p:sp>
        <p:nvSpPr>
          <p:cNvPr id="9" name="Plassholder for bunn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0" name="Plassholder for lysbil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789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675105"/>
            <a:ext cx="4040188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675105"/>
            <a:ext cx="4041775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204A-9A75-3C4C-BAD0-3FE6FE661701}" type="datetime1">
              <a:rPr lang="nb-NO" smtClean="0"/>
              <a:t>10.11.2025</a:t>
            </a:fld>
            <a:endParaRPr lang="nb-NO"/>
          </a:p>
        </p:txBody>
      </p:sp>
      <p:sp>
        <p:nvSpPr>
          <p:cNvPr id="10" name="Plassholder for bunn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1" name="Plassholder for lysbilde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59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6" name="Plassholder for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2955-BE7A-5C4C-84B8-41580681C190}" type="datetime1">
              <a:rPr lang="nb-NO" smtClean="0"/>
              <a:t>10.11.2025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5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7B6-EDFB-B447-8B14-79CCE6E543ED}" type="datetime1">
              <a:rPr lang="nb-NO" smtClean="0"/>
              <a:t>10.11.2025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044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 hasCustomPrompt="1"/>
          </p:nvPr>
        </p:nvSpPr>
        <p:spPr>
          <a:xfrm>
            <a:off x="0" y="100262"/>
            <a:ext cx="9144000" cy="448510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her for å sette inn bilde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2B3D7-CAAD-CD4A-9ADE-B7023038E292}" type="datetime1">
              <a:rPr lang="nb-NO" smtClean="0"/>
              <a:t>10.11.2025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745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6697576" y="4768684"/>
            <a:ext cx="1684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/>
              </a:defRPr>
            </a:lvl1pPr>
          </a:lstStyle>
          <a:p>
            <a:fld id="{301028B7-40B6-B141-A86D-F90DE572F70B}" type="datetime1">
              <a:rPr lang="nb-NO" smtClean="0"/>
              <a:t>10.11.2025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6835" y="4767263"/>
            <a:ext cx="59262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381996" y="4767263"/>
            <a:ext cx="41174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7" name="Bilde 6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  <p:pic>
        <p:nvPicPr>
          <p:cNvPr id="8" name="Bilde 7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 baseline="0">
          <a:solidFill>
            <a:schemeClr val="tx1"/>
          </a:solidFill>
          <a:latin typeface="Source Sans Pro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400" kern="1200">
          <a:solidFill>
            <a:schemeClr val="tx1"/>
          </a:solidFill>
          <a:latin typeface="Source Sans Pro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000" kern="1200">
          <a:solidFill>
            <a:schemeClr val="tx1"/>
          </a:solidFill>
          <a:latin typeface="Source Sans Pro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800" kern="1200">
          <a:solidFill>
            <a:schemeClr val="tx1"/>
          </a:solidFill>
          <a:latin typeface="Source Sans Pro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600" kern="1200">
          <a:solidFill>
            <a:schemeClr val="tx1"/>
          </a:solidFill>
          <a:latin typeface="Source Sans Pro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Source Sans Pro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dirty="0"/>
              <a:t>Introduksjon til </a:t>
            </a:r>
            <a:r>
              <a:rPr lang="nb-NO" dirty="0" err="1"/>
              <a:t>Keypad</a:t>
            </a:r>
            <a:endParaRPr lang="nb-NO" sz="2400" dirty="0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/>
          <a:lstStyle/>
          <a:p>
            <a:fld id="{CEBE5A08-4597-EE48-8595-2652A3602EC3}" type="datetime1">
              <a:rPr lang="nb-NO" smtClean="0"/>
              <a:t>10.11.2025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/>
          <a:lstStyle/>
          <a:p>
            <a:fld id="{28ECCE09-4EB9-D24E-99A2-F5BDA1BD657E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909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4C48-7374-D517-3623-581597EB3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dirty="0" err="1"/>
              <a:t>Keypad</a:t>
            </a:r>
            <a:r>
              <a:rPr lang="nb-NO" sz="2600" dirty="0"/>
              <a:t> 3x4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AE4075-43DE-4F8B-96C6-6B7AE9B59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76" y="1320275"/>
            <a:ext cx="5028847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264F4-94CB-3F8A-66A7-91A87A12D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10.11.2025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2A6E-6148-D249-C84C-334FEB35C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A9524-8CD8-1605-C57E-DFBFECC9E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nb-NO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1EB730-504D-8602-EAC5-53AE082AE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604" y="675104"/>
            <a:ext cx="3545608" cy="403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46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8681-6A46-270A-09A1-9E95BBE79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94FD1-1C15-DA01-8C77-9CB692FB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DC53-2898-304E-8D88-1BB22CAC7760}" type="datetime1">
              <a:rPr lang="nb-NO" smtClean="0"/>
              <a:t>10.11.2025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A18B6-A6A6-89BA-BD0A-5D7019B63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62416-23D5-A910-0180-56A6C592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6768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9CA2F-77A5-6C09-73C1-BD772280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nb-NO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DD0EE2-1904-25C6-FBA0-945034108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097" y="1200151"/>
            <a:ext cx="3709805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7C4FB-0169-A2A5-386F-129540C39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10.11.2025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75E2E-F0F1-24BE-5B38-10417E627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BDFCA-1B0B-832A-4FE6-824C6068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63681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A96-5B3E-8C27-F77F-C5176B2C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nb-NO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6BA6D5-9E13-9EB3-E33B-93A3D9F5A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905" y="1200151"/>
            <a:ext cx="3730189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1B432-5AF0-B84A-2504-015B23FCC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10.11.2025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4443B-23A0-6D24-5263-9FDE09FA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6121D-6D2A-F3AF-D47A-0454583A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00865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2347A-38A4-B873-AFBB-C65EC7BD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endParaRPr lang="nb-NO" sz="1400" dirty="0"/>
          </a:p>
        </p:txBody>
      </p:sp>
      <p:pic>
        <p:nvPicPr>
          <p:cNvPr id="8" name="Picture 7" descr="A diagram of a calculator&#10;&#10;AI-generated content may be incorrect.">
            <a:extLst>
              <a:ext uri="{FF2B5EF4-FFF2-40B4-BE49-F238E27FC236}">
                <a16:creationId xmlns:a16="http://schemas.microsoft.com/office/drawing/2014/main" id="{31123D19-8F6A-4EF7-8A3E-342A0E5F4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272" y="1200151"/>
            <a:ext cx="3499455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0B76C-BB9B-2EF1-EB45-472E2BB7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10.11.2025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FC39E-0814-6CD8-D315-4FF00CF2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7C27E-0E64-752E-9D8F-2288FDCB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732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CED1D-5F2F-735C-2C41-A8A1E7F83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EFE9C-595B-EC94-9835-31E995890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8F27D-B2C5-3872-4676-198C0557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10.11.2025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EB3B6-1864-8CFE-40C2-C18A2274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88CBA-E2DE-EE0F-785D-F8ACDD45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7</a:t>
            </a:fld>
            <a:endParaRPr lang="nb-N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66E2F7-E7D3-969F-FF74-4B8200D1F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391" y="652194"/>
            <a:ext cx="4239217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47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A0A8-3C79-2E41-7BBB-EC4E2464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Utfordringer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443F0-920C-C57B-0D26-01E6F4191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nb-NO" dirty="0"/>
          </a:p>
          <a:p>
            <a:r>
              <a:rPr lang="nb-NO" dirty="0"/>
              <a:t>Vanskelig å vite hvilken versjon</a:t>
            </a:r>
          </a:p>
          <a:p>
            <a:endParaRPr lang="nb-NO" dirty="0"/>
          </a:p>
          <a:p>
            <a:r>
              <a:rPr lang="nb-NO" dirty="0"/>
              <a:t>Mange ulike versjoner</a:t>
            </a:r>
          </a:p>
          <a:p>
            <a:endParaRPr lang="nb-NO" dirty="0"/>
          </a:p>
          <a:p>
            <a:r>
              <a:rPr lang="nb-NO" dirty="0"/>
              <a:t>Noen mer vanlig</a:t>
            </a:r>
          </a:p>
          <a:p>
            <a:endParaRPr lang="nb-NO" dirty="0"/>
          </a:p>
          <a:p>
            <a:r>
              <a:rPr lang="nb-NO" dirty="0" err="1"/>
              <a:t>Keypad.h</a:t>
            </a:r>
            <a:r>
              <a:rPr lang="nb-NO" dirty="0"/>
              <a:t> kan være tidkrevende </a:t>
            </a:r>
          </a:p>
          <a:p>
            <a:pPr marL="0" indent="0">
              <a:buNone/>
            </a:pPr>
            <a:endParaRPr lang="nb-NO" dirty="0"/>
          </a:p>
          <a:p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7D021-DD6E-CBAD-6D68-E6B631ECA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10.11.2025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F6432-F5D4-3D94-DF11-A1CBF7CC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812D7-DF42-CFD5-5C66-C644B88B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8</a:t>
            </a:fld>
            <a:endParaRPr lang="nb-N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9BF507-BD5A-2C3F-4D53-947B31DDE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864" y="768083"/>
            <a:ext cx="1305107" cy="1714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B4F6F4-D8E5-0757-8EDC-9378F405F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366" y="675104"/>
            <a:ext cx="1676634" cy="16956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439765-A554-5E97-056A-B7EB67BF9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650" y="2531245"/>
            <a:ext cx="1867161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375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B88A-6655-91D4-14E9-6F2A3F97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CF286-79A3-9269-E6F2-909CCA5E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 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78B8D-F296-703C-C109-7F3B4C00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DC53-2898-304E-8D88-1BB22CAC7760}" type="datetime1">
              <a:rPr lang="nb-NO" smtClean="0"/>
              <a:t>10.11.2025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689963-C533-3E2C-4295-6E5E874A6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46913-19DE-752A-89DD-2706372D5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132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32FB152-6079-92F7-2CCC-26807A77E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Tilkobling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88526-B811-6E08-F6D2-2D6D4F904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dirty="0"/>
              <a:t>Tastene vendt mot deg</a:t>
            </a:r>
          </a:p>
          <a:p>
            <a:r>
              <a:rPr lang="nb-NO" dirty="0"/>
              <a:t>Venstre til høyre</a:t>
            </a:r>
          </a:p>
          <a:p>
            <a:r>
              <a:rPr lang="nb-NO" dirty="0"/>
              <a:t>Pin 2-8 -&gt; d2-8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99AD7-F8D3-7B1F-F77B-E2ECBDF751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50" r="9741" b="-1"/>
          <a:stretch>
            <a:fillRect/>
          </a:stretch>
        </p:blipFill>
        <p:spPr>
          <a:xfrm>
            <a:off x="4648200" y="1200151"/>
            <a:ext cx="4038600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14B0-79F7-6A55-D9D0-6BB2DF2B0C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10.11.2025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44A36-E8F3-E722-5253-C241D1A5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24EAA-EF8E-7980-3853-83DC89B4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nb-NO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6B009A-4813-DFAC-63A7-7065484CAAEB}"/>
              </a:ext>
            </a:extLst>
          </p:cNvPr>
          <p:cNvCxnSpPr>
            <a:cxnSpLocks/>
          </p:cNvCxnSpPr>
          <p:nvPr/>
        </p:nvCxnSpPr>
        <p:spPr>
          <a:xfrm>
            <a:off x="1366284" y="2275368"/>
            <a:ext cx="8878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544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B52D47A-1FA3-417B-23A0-6691484D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0A2AD23-5646-A767-AE2A-B0CB577E5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133B5AC-5D59-253A-B3E4-18F86ACF3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10.11.2025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ACC89A6-75F9-74F1-8410-239CDE6EE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2A2FD99-37F5-F261-97A5-1B49F375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11</a:t>
            </a:fld>
            <a:endParaRPr lang="nb-NO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EEE49A21-FC71-977E-1F66-6FD7E9CEC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90"/>
            <a:ext cx="9144000" cy="507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67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994F6F3-4385-EDE3-EA10-3C30FF573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30858DF-B3EA-483B-8E43-BFA1C5D1D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nb-NO" dirty="0" err="1"/>
              <a:t>const</a:t>
            </a:r>
            <a:r>
              <a:rPr lang="nb-NO" dirty="0"/>
              <a:t> byte KEYPAD_PINS[7] = {2, 3, 4, 5, 6, 7, 8};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</a:t>
            </a:r>
            <a:r>
              <a:rPr lang="nb-NO" dirty="0" err="1"/>
              <a:t>setup</a:t>
            </a:r>
            <a:r>
              <a:rPr lang="nb-NO" dirty="0"/>
              <a:t>()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Serial.begin</a:t>
            </a:r>
            <a:r>
              <a:rPr lang="nb-NO" dirty="0"/>
              <a:t>(9600);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Serial.println</a:t>
            </a:r>
            <a:r>
              <a:rPr lang="nb-NO" dirty="0"/>
              <a:t>("</a:t>
            </a:r>
            <a:r>
              <a:rPr lang="nb-NO" dirty="0" err="1"/>
              <a:t>Ready</a:t>
            </a:r>
            <a:r>
              <a:rPr lang="nb-NO" dirty="0"/>
              <a:t>. Press </a:t>
            </a:r>
            <a:r>
              <a:rPr lang="nb-NO" dirty="0" err="1"/>
              <a:t>any</a:t>
            </a:r>
            <a:r>
              <a:rPr lang="nb-NO" dirty="0"/>
              <a:t> </a:t>
            </a:r>
            <a:r>
              <a:rPr lang="nb-NO" dirty="0" err="1"/>
              <a:t>key</a:t>
            </a:r>
            <a:r>
              <a:rPr lang="nb-NO" dirty="0"/>
              <a:t>...");</a:t>
            </a:r>
          </a:p>
          <a:p>
            <a:pPr marL="0" indent="0">
              <a:buNone/>
            </a:pPr>
            <a:r>
              <a:rPr lang="nb-NO" dirty="0"/>
              <a:t>  for (</a:t>
            </a:r>
            <a:r>
              <a:rPr lang="nb-NO" dirty="0" err="1"/>
              <a:t>int</a:t>
            </a:r>
            <a:r>
              <a:rPr lang="nb-NO" dirty="0"/>
              <a:t> i = 0; i &lt; 7; i++) {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pinMode</a:t>
            </a:r>
            <a:r>
              <a:rPr lang="nb-NO" dirty="0"/>
              <a:t>(KEYPAD_PINS[i], INPUT_PULLUP);</a:t>
            </a:r>
          </a:p>
          <a:p>
            <a:pPr marL="0" indent="0">
              <a:buNone/>
            </a:pPr>
            <a:r>
              <a:rPr lang="nb-NO" dirty="0"/>
              <a:t>  }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loop()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char</a:t>
            </a:r>
            <a:r>
              <a:rPr lang="nb-NO" dirty="0"/>
              <a:t> </a:t>
            </a:r>
            <a:r>
              <a:rPr lang="nb-NO" dirty="0" err="1"/>
              <a:t>key</a:t>
            </a:r>
            <a:r>
              <a:rPr lang="nb-NO" dirty="0"/>
              <a:t> = </a:t>
            </a:r>
            <a:r>
              <a:rPr lang="nb-NO" dirty="0" err="1"/>
              <a:t>getKeyPressed</a:t>
            </a:r>
            <a:r>
              <a:rPr lang="nb-NO" dirty="0"/>
              <a:t>();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if</a:t>
            </a:r>
            <a:r>
              <a:rPr lang="nb-NO" dirty="0"/>
              <a:t> (</a:t>
            </a:r>
            <a:r>
              <a:rPr lang="nb-NO" dirty="0" err="1"/>
              <a:t>key</a:t>
            </a:r>
            <a:r>
              <a:rPr lang="nb-NO" dirty="0"/>
              <a:t> != 0) {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Serial.print</a:t>
            </a:r>
            <a:r>
              <a:rPr lang="nb-NO" dirty="0"/>
              <a:t>("Key </a:t>
            </a:r>
            <a:r>
              <a:rPr lang="nb-NO" dirty="0" err="1"/>
              <a:t>pressed</a:t>
            </a:r>
            <a:r>
              <a:rPr lang="nb-NO" dirty="0"/>
              <a:t>: ");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Serial.println</a:t>
            </a:r>
            <a:r>
              <a:rPr lang="nb-NO" dirty="0"/>
              <a:t>(</a:t>
            </a:r>
            <a:r>
              <a:rPr lang="nb-NO" dirty="0" err="1"/>
              <a:t>key</a:t>
            </a:r>
            <a:r>
              <a:rPr lang="nb-NO" dirty="0"/>
              <a:t>);</a:t>
            </a:r>
          </a:p>
          <a:p>
            <a:pPr marL="0" indent="0">
              <a:buNone/>
            </a:pPr>
            <a:r>
              <a:rPr lang="nb-NO" dirty="0"/>
              <a:t>  }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1BF3B57-512F-1FF2-4D09-8FEF13B8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10.11.2025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F3E23E3-5DC5-D257-F24F-BE8867FC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F87FD1D-94A6-0A5C-80FC-8F259FC2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83749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1CBC-9143-3865-77F6-2ABFC2CB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C1165-1233-B681-12F9-0E8A951F1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nb-NO" dirty="0" err="1"/>
              <a:t>char</a:t>
            </a:r>
            <a:r>
              <a:rPr lang="nb-NO" dirty="0"/>
              <a:t> </a:t>
            </a:r>
            <a:r>
              <a:rPr lang="nb-NO" dirty="0" err="1"/>
              <a:t>getKeyPressed</a:t>
            </a:r>
            <a:r>
              <a:rPr lang="nb-NO" dirty="0"/>
              <a:t>() {</a:t>
            </a:r>
          </a:p>
          <a:p>
            <a:pPr marL="0" indent="0">
              <a:buNone/>
            </a:pPr>
            <a:r>
              <a:rPr lang="nb-NO" dirty="0"/>
              <a:t>    for (</a:t>
            </a:r>
            <a:r>
              <a:rPr lang="nb-NO" dirty="0" err="1"/>
              <a:t>int</a:t>
            </a:r>
            <a:r>
              <a:rPr lang="nb-NO" dirty="0"/>
              <a:t> i = 0; i &lt; 7; i++) {</a:t>
            </a:r>
          </a:p>
          <a:p>
            <a:pPr marL="0" indent="0">
              <a:buNone/>
            </a:pPr>
            <a:r>
              <a:rPr lang="nb-NO" dirty="0"/>
              <a:t>        </a:t>
            </a:r>
            <a:r>
              <a:rPr lang="nb-NO" dirty="0" err="1"/>
              <a:t>pinMode</a:t>
            </a:r>
            <a:r>
              <a:rPr lang="nb-NO" dirty="0"/>
              <a:t>(KEYPAD PINS[i], OUTPUT);</a:t>
            </a:r>
          </a:p>
          <a:p>
            <a:pPr marL="0" indent="0">
              <a:buNone/>
            </a:pPr>
            <a:r>
              <a:rPr lang="nb-NO" dirty="0"/>
              <a:t>        </a:t>
            </a:r>
            <a:r>
              <a:rPr lang="nb-NO" dirty="0" err="1"/>
              <a:t>digitalWrite</a:t>
            </a:r>
            <a:r>
              <a:rPr lang="nb-NO" dirty="0"/>
              <a:t>(KEYPAD PINS[i], LOW);</a:t>
            </a:r>
          </a:p>
          <a:p>
            <a:pPr marL="0" indent="0">
              <a:buNone/>
            </a:pPr>
            <a:r>
              <a:rPr lang="nb-NO" dirty="0"/>
              <a:t>        for (</a:t>
            </a:r>
            <a:r>
              <a:rPr lang="nb-NO" dirty="0" err="1"/>
              <a:t>int</a:t>
            </a:r>
            <a:r>
              <a:rPr lang="nb-NO" dirty="0"/>
              <a:t> j = 0; j &lt; 7; </a:t>
            </a:r>
            <a:r>
              <a:rPr lang="nb-NO" dirty="0" err="1"/>
              <a:t>j++</a:t>
            </a:r>
            <a:r>
              <a:rPr lang="nb-NO" dirty="0"/>
              <a:t>) {</a:t>
            </a:r>
          </a:p>
          <a:p>
            <a:pPr marL="0" indent="0">
              <a:buNone/>
            </a:pPr>
            <a:r>
              <a:rPr lang="nb-NO" dirty="0"/>
              <a:t>            </a:t>
            </a:r>
            <a:r>
              <a:rPr lang="nb-NO" dirty="0" err="1"/>
              <a:t>if</a:t>
            </a:r>
            <a:r>
              <a:rPr lang="nb-NO" dirty="0"/>
              <a:t> (i != j) {</a:t>
            </a:r>
          </a:p>
          <a:p>
            <a:pPr marL="0" indent="0">
              <a:buNone/>
            </a:pPr>
            <a:r>
              <a:rPr lang="nb-NO" dirty="0"/>
              <a:t>            </a:t>
            </a:r>
            <a:r>
              <a:rPr lang="nb-NO" dirty="0" err="1"/>
              <a:t>pinMode</a:t>
            </a:r>
            <a:r>
              <a:rPr lang="nb-NO" dirty="0"/>
              <a:t>(KEYPAD PINS[j], INPUT PULLUP);</a:t>
            </a:r>
          </a:p>
          <a:p>
            <a:pPr marL="0" indent="0">
              <a:buNone/>
            </a:pPr>
            <a:r>
              <a:rPr lang="nb-NO" dirty="0"/>
              <a:t>            </a:t>
            </a:r>
            <a:r>
              <a:rPr lang="nb-NO" dirty="0" err="1"/>
              <a:t>if</a:t>
            </a:r>
            <a:r>
              <a:rPr lang="nb-NO" dirty="0"/>
              <a:t> (</a:t>
            </a:r>
            <a:r>
              <a:rPr lang="nb-NO" dirty="0" err="1"/>
              <a:t>digitalRead</a:t>
            </a:r>
            <a:r>
              <a:rPr lang="nb-NO" dirty="0"/>
              <a:t>(KEYPAD PINS[j]) == LOW) {</a:t>
            </a:r>
          </a:p>
          <a:p>
            <a:pPr marL="0" indent="0">
              <a:buNone/>
            </a:pPr>
            <a:r>
              <a:rPr lang="nb-NO" dirty="0"/>
              <a:t>                </a:t>
            </a:r>
            <a:r>
              <a:rPr lang="nb-NO" dirty="0" err="1"/>
              <a:t>delay</a:t>
            </a:r>
            <a:r>
              <a:rPr lang="nb-NO" dirty="0"/>
              <a:t>(50); // </a:t>
            </a:r>
            <a:r>
              <a:rPr lang="nb-NO" dirty="0" err="1"/>
              <a:t>debounce</a:t>
            </a:r>
            <a:endParaRPr lang="nb-NO" dirty="0"/>
          </a:p>
          <a:p>
            <a:pPr marL="0" indent="0">
              <a:buNone/>
            </a:pPr>
            <a:r>
              <a:rPr lang="nb-NO" dirty="0"/>
              <a:t>                </a:t>
            </a:r>
            <a:r>
              <a:rPr lang="nb-NO" dirty="0" err="1"/>
              <a:t>while</a:t>
            </a:r>
            <a:r>
              <a:rPr lang="nb-NO" dirty="0"/>
              <a:t> (</a:t>
            </a:r>
            <a:r>
              <a:rPr lang="nb-NO" dirty="0" err="1"/>
              <a:t>digitalRead</a:t>
            </a:r>
            <a:r>
              <a:rPr lang="nb-NO" dirty="0"/>
              <a:t>(KEYPAD PINS[j]) == LOW);</a:t>
            </a:r>
          </a:p>
          <a:p>
            <a:pPr marL="0" indent="0">
              <a:buNone/>
            </a:pPr>
            <a:r>
              <a:rPr lang="nb-NO" dirty="0"/>
              <a:t>                </a:t>
            </a:r>
            <a:r>
              <a:rPr lang="nb-NO" dirty="0" err="1"/>
              <a:t>return</a:t>
            </a:r>
            <a:r>
              <a:rPr lang="nb-NO" dirty="0"/>
              <a:t> </a:t>
            </a:r>
            <a:r>
              <a:rPr lang="nb-NO" dirty="0" err="1"/>
              <a:t>mapKey</a:t>
            </a:r>
            <a:r>
              <a:rPr lang="nb-NO" dirty="0"/>
              <a:t>(i + 2, j + 2); // </a:t>
            </a:r>
            <a:r>
              <a:rPr lang="nb-NO" dirty="0" err="1"/>
              <a:t>crude</a:t>
            </a:r>
            <a:r>
              <a:rPr lang="nb-NO" dirty="0"/>
              <a:t> </a:t>
            </a:r>
            <a:r>
              <a:rPr lang="nb-NO" dirty="0" err="1"/>
              <a:t>mapping</a:t>
            </a:r>
            <a:endParaRPr lang="nb-NO" dirty="0"/>
          </a:p>
          <a:p>
            <a:pPr marL="0" indent="0">
              <a:buNone/>
            </a:pPr>
            <a:r>
              <a:rPr lang="nb-NO" dirty="0"/>
              <a:t>                }</a:t>
            </a:r>
          </a:p>
          <a:p>
            <a:pPr marL="0" indent="0">
              <a:buNone/>
            </a:pPr>
            <a:r>
              <a:rPr lang="nb-NO" dirty="0"/>
              <a:t>            }</a:t>
            </a:r>
          </a:p>
          <a:p>
            <a:pPr marL="0" indent="0">
              <a:buNone/>
            </a:pPr>
            <a:r>
              <a:rPr lang="nb-NO" dirty="0"/>
              <a:t>        }</a:t>
            </a:r>
          </a:p>
          <a:p>
            <a:pPr marL="0" indent="0">
              <a:buNone/>
            </a:pPr>
            <a:r>
              <a:rPr lang="nb-NO" dirty="0"/>
              <a:t>        </a:t>
            </a:r>
            <a:r>
              <a:rPr lang="nb-NO" dirty="0" err="1"/>
              <a:t>pinMode</a:t>
            </a:r>
            <a:r>
              <a:rPr lang="nb-NO" dirty="0"/>
              <a:t>(KEYPAD PINS[i], INPUT PULLUP);</a:t>
            </a:r>
          </a:p>
          <a:p>
            <a:pPr marL="0" indent="0">
              <a:buNone/>
            </a:pPr>
            <a:r>
              <a:rPr lang="nb-NO" dirty="0"/>
              <a:t>    }	</a:t>
            </a:r>
          </a:p>
          <a:p>
            <a:pPr marL="0" indent="0">
              <a:buNone/>
            </a:pPr>
            <a:r>
              <a:rPr lang="nb-NO" dirty="0"/>
              <a:t>    </a:t>
            </a:r>
            <a:r>
              <a:rPr lang="nb-NO" dirty="0" err="1"/>
              <a:t>return</a:t>
            </a:r>
            <a:r>
              <a:rPr lang="nb-NO" dirty="0"/>
              <a:t> 0;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DA1AA-4BB9-C96C-A182-5ED2E317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10.11.2025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52D73-04DE-ABA1-8A1E-532AC0CF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032EE-7EDB-AA34-74A0-DEBED3EB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13</a:t>
            </a:fld>
            <a:endParaRPr lang="nb-N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92BA2C-5992-2C14-BEDC-F5111966D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756483"/>
            <a:ext cx="4038600" cy="22818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5866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DC7E76B-56F9-6DB2-E124-B00B88A5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71259-F4DC-7C90-A1DA-85DB5ECCA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nb-NO" sz="1100" dirty="0" err="1"/>
              <a:t>char</a:t>
            </a:r>
            <a:r>
              <a:rPr lang="nb-NO" sz="1100" dirty="0"/>
              <a:t> </a:t>
            </a:r>
            <a:r>
              <a:rPr lang="nb-NO" sz="1100" dirty="0" err="1"/>
              <a:t>mapKey</a:t>
            </a:r>
            <a:r>
              <a:rPr lang="nb-NO" sz="1100" dirty="0"/>
              <a:t>(</a:t>
            </a:r>
            <a:r>
              <a:rPr lang="nb-NO" sz="1100" dirty="0" err="1"/>
              <a:t>int</a:t>
            </a:r>
            <a:r>
              <a:rPr lang="nb-NO" sz="1100" dirty="0"/>
              <a:t> a, </a:t>
            </a:r>
            <a:r>
              <a:rPr lang="nb-NO" sz="1100" dirty="0" err="1"/>
              <a:t>int</a:t>
            </a:r>
            <a:r>
              <a:rPr lang="nb-NO" sz="1100" dirty="0"/>
              <a:t> b)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int</a:t>
            </a:r>
            <a:r>
              <a:rPr lang="nb-NO" sz="1100" dirty="0"/>
              <a:t> </a:t>
            </a:r>
            <a:r>
              <a:rPr lang="nb-NO" sz="1100" dirty="0" err="1"/>
              <a:t>minP</a:t>
            </a:r>
            <a:r>
              <a:rPr lang="nb-NO" sz="1100" dirty="0"/>
              <a:t> = min(a, b);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int</a:t>
            </a:r>
            <a:r>
              <a:rPr lang="nb-NO" sz="1100" dirty="0"/>
              <a:t> </a:t>
            </a:r>
            <a:r>
              <a:rPr lang="nb-NO" sz="1100" dirty="0" err="1"/>
              <a:t>maxP</a:t>
            </a:r>
            <a:r>
              <a:rPr lang="nb-NO" sz="1100" dirty="0"/>
              <a:t> = </a:t>
            </a:r>
            <a:r>
              <a:rPr lang="nb-NO" sz="1100" dirty="0" err="1"/>
              <a:t>max</a:t>
            </a:r>
            <a:r>
              <a:rPr lang="nb-NO" sz="1100" dirty="0"/>
              <a:t>(a, b);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if</a:t>
            </a:r>
            <a:r>
              <a:rPr lang="nb-NO" sz="1100" dirty="0"/>
              <a:t> (</a:t>
            </a:r>
            <a:r>
              <a:rPr lang="nb-NO" sz="1100" dirty="0" err="1"/>
              <a:t>minP</a:t>
            </a:r>
            <a:r>
              <a:rPr lang="nb-NO" sz="1100" dirty="0"/>
              <a:t> == 3 &amp;&amp; </a:t>
            </a:r>
            <a:r>
              <a:rPr lang="nb-NO" sz="1100" dirty="0" err="1"/>
              <a:t>maxP</a:t>
            </a:r>
            <a:r>
              <a:rPr lang="nb-NO" sz="1100" dirty="0"/>
              <a:t> == 4) </a:t>
            </a:r>
            <a:r>
              <a:rPr lang="nb-NO" sz="1100" dirty="0" err="1"/>
              <a:t>return</a:t>
            </a:r>
            <a:r>
              <a:rPr lang="nb-NO" sz="1100" dirty="0"/>
              <a:t> ’1’;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if</a:t>
            </a:r>
            <a:r>
              <a:rPr lang="nb-NO" sz="1100" dirty="0"/>
              <a:t> (</a:t>
            </a:r>
            <a:r>
              <a:rPr lang="nb-NO" sz="1100" dirty="0" err="1"/>
              <a:t>minP</a:t>
            </a:r>
            <a:r>
              <a:rPr lang="nb-NO" sz="1100" dirty="0"/>
              <a:t> == 2 &amp;&amp; </a:t>
            </a:r>
            <a:r>
              <a:rPr lang="nb-NO" sz="1100" dirty="0" err="1"/>
              <a:t>maxP</a:t>
            </a:r>
            <a:r>
              <a:rPr lang="nb-NO" sz="1100" dirty="0"/>
              <a:t> == 3) </a:t>
            </a:r>
            <a:r>
              <a:rPr lang="nb-NO" sz="1100" dirty="0" err="1"/>
              <a:t>return</a:t>
            </a:r>
            <a:r>
              <a:rPr lang="nb-NO" sz="1100" dirty="0"/>
              <a:t> ’2’;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if</a:t>
            </a:r>
            <a:r>
              <a:rPr lang="nb-NO" sz="1100" dirty="0"/>
              <a:t> (</a:t>
            </a:r>
            <a:r>
              <a:rPr lang="nb-NO" sz="1100" dirty="0" err="1"/>
              <a:t>minP</a:t>
            </a:r>
            <a:r>
              <a:rPr lang="nb-NO" sz="1100" dirty="0"/>
              <a:t> == 3 &amp;&amp; </a:t>
            </a:r>
            <a:r>
              <a:rPr lang="nb-NO" sz="1100" dirty="0" err="1"/>
              <a:t>maxP</a:t>
            </a:r>
            <a:r>
              <a:rPr lang="nb-NO" sz="1100" dirty="0"/>
              <a:t> == 6) </a:t>
            </a:r>
            <a:r>
              <a:rPr lang="nb-NO" sz="1100" dirty="0" err="1"/>
              <a:t>return</a:t>
            </a:r>
            <a:r>
              <a:rPr lang="nb-NO" sz="1100" dirty="0"/>
              <a:t> ’3’;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if</a:t>
            </a:r>
            <a:r>
              <a:rPr lang="nb-NO" sz="1100" dirty="0"/>
              <a:t> (</a:t>
            </a:r>
            <a:r>
              <a:rPr lang="nb-NO" sz="1100" dirty="0" err="1"/>
              <a:t>minP</a:t>
            </a:r>
            <a:r>
              <a:rPr lang="nb-NO" sz="1100" dirty="0"/>
              <a:t> == 4 &amp;&amp; </a:t>
            </a:r>
            <a:r>
              <a:rPr lang="nb-NO" sz="1100" dirty="0" err="1"/>
              <a:t>maxP</a:t>
            </a:r>
            <a:r>
              <a:rPr lang="nb-NO" sz="1100" dirty="0"/>
              <a:t> == 8) </a:t>
            </a:r>
            <a:r>
              <a:rPr lang="nb-NO" sz="1100" dirty="0" err="1"/>
              <a:t>return</a:t>
            </a:r>
            <a:r>
              <a:rPr lang="nb-NO" sz="1100" dirty="0"/>
              <a:t> ’4’;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if</a:t>
            </a:r>
            <a:r>
              <a:rPr lang="nb-NO" sz="1100" dirty="0"/>
              <a:t> (</a:t>
            </a:r>
            <a:r>
              <a:rPr lang="nb-NO" sz="1100" dirty="0" err="1"/>
              <a:t>minP</a:t>
            </a:r>
            <a:r>
              <a:rPr lang="nb-NO" sz="1100" dirty="0"/>
              <a:t> == 2 &amp;&amp; </a:t>
            </a:r>
            <a:r>
              <a:rPr lang="nb-NO" sz="1100" dirty="0" err="1"/>
              <a:t>maxP</a:t>
            </a:r>
            <a:r>
              <a:rPr lang="nb-NO" sz="1100" dirty="0"/>
              <a:t> == 8) </a:t>
            </a:r>
            <a:r>
              <a:rPr lang="nb-NO" sz="1100" dirty="0" err="1"/>
              <a:t>return</a:t>
            </a:r>
            <a:r>
              <a:rPr lang="nb-NO" sz="1100" dirty="0"/>
              <a:t> ’5’;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if</a:t>
            </a:r>
            <a:r>
              <a:rPr lang="nb-NO" sz="1100" dirty="0"/>
              <a:t> (</a:t>
            </a:r>
            <a:r>
              <a:rPr lang="nb-NO" sz="1100" dirty="0" err="1"/>
              <a:t>minP</a:t>
            </a:r>
            <a:r>
              <a:rPr lang="nb-NO" sz="1100" dirty="0"/>
              <a:t> == 6 &amp;&amp; </a:t>
            </a:r>
            <a:r>
              <a:rPr lang="nb-NO" sz="1100" dirty="0" err="1"/>
              <a:t>maxP</a:t>
            </a:r>
            <a:r>
              <a:rPr lang="nb-NO" sz="1100" dirty="0"/>
              <a:t> == 8) </a:t>
            </a:r>
            <a:r>
              <a:rPr lang="nb-NO" sz="1100" dirty="0" err="1"/>
              <a:t>return</a:t>
            </a:r>
            <a:r>
              <a:rPr lang="nb-NO" sz="1100" dirty="0"/>
              <a:t> ’6’;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if</a:t>
            </a:r>
            <a:r>
              <a:rPr lang="nb-NO" sz="1100" dirty="0"/>
              <a:t> (</a:t>
            </a:r>
            <a:r>
              <a:rPr lang="nb-NO" sz="1100" dirty="0" err="1"/>
              <a:t>minP</a:t>
            </a:r>
            <a:r>
              <a:rPr lang="nb-NO" sz="1100" dirty="0"/>
              <a:t> == 4 &amp;&amp; </a:t>
            </a:r>
            <a:r>
              <a:rPr lang="nb-NO" sz="1100" dirty="0" err="1"/>
              <a:t>maxP</a:t>
            </a:r>
            <a:r>
              <a:rPr lang="nb-NO" sz="1100" dirty="0"/>
              <a:t> == 7) </a:t>
            </a:r>
            <a:r>
              <a:rPr lang="nb-NO" sz="1100" dirty="0" err="1"/>
              <a:t>return</a:t>
            </a:r>
            <a:r>
              <a:rPr lang="nb-NO" sz="1100" dirty="0"/>
              <a:t> ’7’;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if</a:t>
            </a:r>
            <a:r>
              <a:rPr lang="nb-NO" sz="1100" dirty="0"/>
              <a:t> (</a:t>
            </a:r>
            <a:r>
              <a:rPr lang="nb-NO" sz="1100" dirty="0" err="1"/>
              <a:t>minP</a:t>
            </a:r>
            <a:r>
              <a:rPr lang="nb-NO" sz="1100" dirty="0"/>
              <a:t> == 2 &amp;&amp; </a:t>
            </a:r>
            <a:r>
              <a:rPr lang="nb-NO" sz="1100" dirty="0" err="1"/>
              <a:t>maxP</a:t>
            </a:r>
            <a:r>
              <a:rPr lang="nb-NO" sz="1100" dirty="0"/>
              <a:t> == 7) </a:t>
            </a:r>
            <a:r>
              <a:rPr lang="nb-NO" sz="1100" dirty="0" err="1"/>
              <a:t>return</a:t>
            </a:r>
            <a:r>
              <a:rPr lang="nb-NO" sz="1100" dirty="0"/>
              <a:t> ’8’;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if</a:t>
            </a:r>
            <a:r>
              <a:rPr lang="nb-NO" sz="1100" dirty="0"/>
              <a:t> (</a:t>
            </a:r>
            <a:r>
              <a:rPr lang="nb-NO" sz="1100" dirty="0" err="1"/>
              <a:t>minP</a:t>
            </a:r>
            <a:r>
              <a:rPr lang="nb-NO" sz="1100" dirty="0"/>
              <a:t> == 6 &amp;&amp; </a:t>
            </a:r>
            <a:r>
              <a:rPr lang="nb-NO" sz="1100" dirty="0" err="1"/>
              <a:t>maxP</a:t>
            </a:r>
            <a:r>
              <a:rPr lang="nb-NO" sz="1100" dirty="0"/>
              <a:t> == 7) </a:t>
            </a:r>
            <a:r>
              <a:rPr lang="nb-NO" sz="1100" dirty="0" err="1"/>
              <a:t>return</a:t>
            </a:r>
            <a:r>
              <a:rPr lang="nb-NO" sz="1100" dirty="0"/>
              <a:t> ’9’;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if</a:t>
            </a:r>
            <a:r>
              <a:rPr lang="nb-NO" sz="1100" dirty="0"/>
              <a:t> (</a:t>
            </a:r>
            <a:r>
              <a:rPr lang="nb-NO" sz="1100" dirty="0" err="1"/>
              <a:t>minP</a:t>
            </a:r>
            <a:r>
              <a:rPr lang="nb-NO" sz="1100" dirty="0"/>
              <a:t> == 2 &amp;&amp; </a:t>
            </a:r>
            <a:r>
              <a:rPr lang="nb-NO" sz="1100" dirty="0" err="1"/>
              <a:t>maxP</a:t>
            </a:r>
            <a:r>
              <a:rPr lang="nb-NO" sz="1100" dirty="0"/>
              <a:t> == 5) </a:t>
            </a:r>
            <a:r>
              <a:rPr lang="nb-NO" sz="1100" dirty="0" err="1"/>
              <a:t>return</a:t>
            </a:r>
            <a:r>
              <a:rPr lang="nb-NO" sz="1100" dirty="0"/>
              <a:t> ’0’;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if</a:t>
            </a:r>
            <a:r>
              <a:rPr lang="nb-NO" sz="1100" dirty="0"/>
              <a:t> (</a:t>
            </a:r>
            <a:r>
              <a:rPr lang="nb-NO" sz="1100" dirty="0" err="1"/>
              <a:t>minP</a:t>
            </a:r>
            <a:r>
              <a:rPr lang="nb-NO" sz="1100" dirty="0"/>
              <a:t> == 4 &amp;&amp; </a:t>
            </a:r>
            <a:r>
              <a:rPr lang="nb-NO" sz="1100" dirty="0" err="1"/>
              <a:t>maxP</a:t>
            </a:r>
            <a:r>
              <a:rPr lang="nb-NO" sz="1100" dirty="0"/>
              <a:t> == 5) </a:t>
            </a:r>
            <a:r>
              <a:rPr lang="nb-NO" sz="1100" dirty="0" err="1"/>
              <a:t>return</a:t>
            </a:r>
            <a:r>
              <a:rPr lang="nb-NO" sz="1100" dirty="0"/>
              <a:t> ’∗’;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if</a:t>
            </a:r>
            <a:r>
              <a:rPr lang="nb-NO" sz="1100" dirty="0"/>
              <a:t> (</a:t>
            </a:r>
            <a:r>
              <a:rPr lang="nb-NO" sz="1100" dirty="0" err="1"/>
              <a:t>minP</a:t>
            </a:r>
            <a:r>
              <a:rPr lang="nb-NO" sz="1100" dirty="0"/>
              <a:t> == 5 &amp;&amp; </a:t>
            </a:r>
            <a:r>
              <a:rPr lang="nb-NO" sz="1100" dirty="0" err="1"/>
              <a:t>maxP</a:t>
            </a:r>
            <a:r>
              <a:rPr lang="nb-NO" sz="1100" dirty="0"/>
              <a:t> == 6) </a:t>
            </a:r>
            <a:r>
              <a:rPr lang="nb-NO" sz="1100" dirty="0" err="1"/>
              <a:t>return</a:t>
            </a:r>
            <a:r>
              <a:rPr lang="nb-NO" sz="1100" dirty="0"/>
              <a:t> ’#’;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    </a:t>
            </a:r>
            <a:r>
              <a:rPr lang="nb-NO" sz="1100" dirty="0" err="1"/>
              <a:t>return</a:t>
            </a:r>
            <a:r>
              <a:rPr lang="nb-NO" sz="1100" dirty="0"/>
              <a:t> ’?’;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B98CD-B871-24B9-A7E3-ACCE4BE2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10.11.2025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DAD1E-6EA2-F5AF-AB97-92281DB17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6BE0D-F309-3C4E-C1B6-316C086C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04015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F5247-36DF-85FD-6125-6EDD7BD4E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Oppgave: Skrive med </a:t>
            </a:r>
            <a:r>
              <a:rPr lang="nb-NO" dirty="0" err="1"/>
              <a:t>keypad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0F9A3-8508-4C04-56BA-A18780378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Vi skal forberede oss til å bruke </a:t>
            </a:r>
            <a:r>
              <a:rPr lang="nb-NO" dirty="0" err="1"/>
              <a:t>keypad</a:t>
            </a:r>
            <a:r>
              <a:rPr lang="nb-NO" dirty="0"/>
              <a:t> til å styre en </a:t>
            </a:r>
            <a:r>
              <a:rPr lang="nb-NO" dirty="0" err="1"/>
              <a:t>neopixel</a:t>
            </a:r>
            <a:r>
              <a:rPr lang="nb-NO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6B106-32B2-EFCB-C255-356D3A03C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10.11.2025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305B8-A020-DAE7-4221-0EAE40FD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74C21-F0FD-A6C3-FA26-D125F68EF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78232944"/>
      </p:ext>
    </p:extLst>
  </p:cSld>
  <p:clrMapOvr>
    <a:masterClrMapping/>
  </p:clrMapOvr>
</p:sld>
</file>

<file path=ppt/theme/theme1.xml><?xml version="1.0" encoding="utf-8"?>
<a:theme xmlns:a="http://schemas.openxmlformats.org/drawingml/2006/main" name="HIOF-template-7.13.Presentasjonsmal-NOR-v.0.0.3">
  <a:themeElements>
    <a:clrScheme name="HIOF-palett">
      <a:dk1>
        <a:srgbClr val="101820"/>
      </a:dk1>
      <a:lt1>
        <a:srgbClr val="101820"/>
      </a:lt1>
      <a:dk2>
        <a:srgbClr val="EDEBE9"/>
      </a:dk2>
      <a:lt2>
        <a:srgbClr val="FFFFFF"/>
      </a:lt2>
      <a:accent1>
        <a:srgbClr val="3CBFAE"/>
      </a:accent1>
      <a:accent2>
        <a:srgbClr val="C76D62"/>
      </a:accent2>
      <a:accent3>
        <a:srgbClr val="457A7C"/>
      </a:accent3>
      <a:accent4>
        <a:srgbClr val="D7D2CB"/>
      </a:accent4>
      <a:accent5>
        <a:srgbClr val="978794"/>
      </a:accent5>
      <a:accent6>
        <a:srgbClr val="C0B8B0"/>
      </a:accent6>
      <a:hlink>
        <a:srgbClr val="457A7C"/>
      </a:hlink>
      <a:folHlink>
        <a:srgbClr val="3CBFAE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83180C750DED49832A828A345BD068" ma:contentTypeVersion="16" ma:contentTypeDescription="Opprett et nytt dokument." ma:contentTypeScope="" ma:versionID="0ffaa19da4f66163451a89d5c36b2850">
  <xsd:schema xmlns:xsd="http://www.w3.org/2001/XMLSchema" xmlns:xs="http://www.w3.org/2001/XMLSchema" xmlns:p="http://schemas.microsoft.com/office/2006/metadata/properties" xmlns:ns3="b44559a2-a91c-4b3d-9b02-34bf4e41e8de" xmlns:ns4="46d65abe-389b-4595-a034-c32f88a2f72f" targetNamespace="http://schemas.microsoft.com/office/2006/metadata/properties" ma:root="true" ma:fieldsID="effdf5abe430e858cc173ba807cbedc6" ns3:_="" ns4:_="">
    <xsd:import namespace="b44559a2-a91c-4b3d-9b02-34bf4e41e8de"/>
    <xsd:import namespace="46d65abe-389b-4595-a034-c32f88a2f72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4559a2-a91c-4b3d-9b02-34bf4e41e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65abe-389b-4595-a034-c32f88a2f72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4559a2-a91c-4b3d-9b02-34bf4e41e8d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1A313DA-7499-44CA-9284-9D5B4533FEB0}">
  <ds:schemaRefs>
    <ds:schemaRef ds:uri="46d65abe-389b-4595-a034-c32f88a2f72f"/>
    <ds:schemaRef ds:uri="b44559a2-a91c-4b3d-9b02-34bf4e41e8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50A1235-4F99-4957-98A9-279FBCDCAF1B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b44559a2-a91c-4b3d-9b02-34bf4e41e8de"/>
    <ds:schemaRef ds:uri="http://schemas.microsoft.com/office/2006/metadata/properties"/>
    <ds:schemaRef ds:uri="46d65abe-389b-4595-a034-c32f88a2f72f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D0EBD75-8E1C-48FC-9758-5998BD7A9BD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3221735-26b9-4eac-ad0f-4721757a50f8}" enabled="0" method="" siteId="{e3221735-26b9-4eac-ad0f-4721757a50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HIOF-template-7.13.Presentasjonsmal-NOR-v.0.0.3.potx</Template>
  <TotalTime>1747</TotalTime>
  <Words>711</Words>
  <Application>Microsoft Office PowerPoint</Application>
  <PresentationFormat>Skjermfremvisning (16:9)</PresentationFormat>
  <Paragraphs>118</Paragraphs>
  <Slides>15</Slides>
  <Notes>2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15</vt:i4>
      </vt:variant>
    </vt:vector>
  </HeadingPairs>
  <TitlesOfParts>
    <vt:vector size="19" baseType="lpstr">
      <vt:lpstr>Arial</vt:lpstr>
      <vt:lpstr>Calibri</vt:lpstr>
      <vt:lpstr>Source Sans Pro</vt:lpstr>
      <vt:lpstr>HIOF-template-7.13.Presentasjonsmal-NOR-v.0.0.3</vt:lpstr>
      <vt:lpstr>Introduksjon til Keypad</vt:lpstr>
      <vt:lpstr>Keypad 3x4</vt:lpstr>
      <vt:lpstr>Eksempel 1</vt:lpstr>
      <vt:lpstr>PowerPoint-presentasjon</vt:lpstr>
      <vt:lpstr>PowerPoint-presentasjon</vt:lpstr>
      <vt:lpstr>PowerPoint-presentasjon</vt:lpstr>
      <vt:lpstr>PowerPoint-presentasjon</vt:lpstr>
      <vt:lpstr>Utfordringer</vt:lpstr>
      <vt:lpstr>Eksempel 2</vt:lpstr>
      <vt:lpstr>Tilkobling</vt:lpstr>
      <vt:lpstr>PowerPoint-presentasjon</vt:lpstr>
      <vt:lpstr>PowerPoint-presentasjon</vt:lpstr>
      <vt:lpstr>PowerPoint-presentasjon</vt:lpstr>
      <vt:lpstr>PowerPoint-presentasjon</vt:lpstr>
      <vt:lpstr>Oppgave: Skrive med keypad</vt:lpstr>
    </vt:vector>
  </TitlesOfParts>
  <Manager/>
  <Company>The Pitch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HIOF-template-7.13.Presentasjonsmal</dc:title>
  <dc:subject/>
  <dc:creator>Karine Strand Andresen</dc:creator>
  <cp:keywords/>
  <dc:description/>
  <cp:lastModifiedBy>Martin Arthur Andersen</cp:lastModifiedBy>
  <cp:revision>7</cp:revision>
  <dcterms:created xsi:type="dcterms:W3CDTF">2015-06-11T22:12:29Z</dcterms:created>
  <dcterms:modified xsi:type="dcterms:W3CDTF">2025-11-10T11:46:00Z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0x0101000883180C750DED49832A828A345BD068</vt:lpwstr>
  </property>
  <property fmtid="{D5CDD505-2E9C-101B-9397-08002B2CF9AE}" pid="3" name="MediaServiceImageTags">
    <vt:lpwstr/>
  </property>
</Properties>
</file>