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9"/>
  </p:notesMasterIdLst>
  <p:handoutMasterIdLst>
    <p:handoutMasterId r:id="rId20"/>
  </p:handoutMasterIdLst>
  <p:sldIdLst>
    <p:sldId id="258" r:id="rId5"/>
    <p:sldId id="295" r:id="rId6"/>
    <p:sldId id="294" r:id="rId7"/>
    <p:sldId id="296" r:id="rId8"/>
    <p:sldId id="264" r:id="rId9"/>
    <p:sldId id="293" r:id="rId10"/>
    <p:sldId id="290" r:id="rId11"/>
    <p:sldId id="281" r:id="rId12"/>
    <p:sldId id="282" r:id="rId13"/>
    <p:sldId id="283" r:id="rId14"/>
    <p:sldId id="284" r:id="rId15"/>
    <p:sldId id="285" r:id="rId16"/>
    <p:sldId id="286" r:id="rId17"/>
    <p:sldId id="287" r:id="rId18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D1A2F-B756-44E0-B3BE-5B6B884D5112}" v="8" dt="2025-10-29T14:08:29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Arthur Andersen" userId="978b804b-c051-4d79-a4a3-02cf7427b67f" providerId="ADAL" clId="{89463D13-F624-49B8-89C1-5E8BC87ADD15}"/>
    <pc:docChg chg="custSel addSld delSld modSld sldOrd">
      <pc:chgData name="Martin Arthur Andersen" userId="978b804b-c051-4d79-a4a3-02cf7427b67f" providerId="ADAL" clId="{89463D13-F624-49B8-89C1-5E8BC87ADD15}" dt="2025-10-29T14:08:33.244" v="340" actId="26606"/>
      <pc:docMkLst>
        <pc:docMk/>
      </pc:docMkLst>
      <pc:sldChg chg="modSp mod">
        <pc:chgData name="Martin Arthur Andersen" userId="978b804b-c051-4d79-a4a3-02cf7427b67f" providerId="ADAL" clId="{89463D13-F624-49B8-89C1-5E8BC87ADD15}" dt="2025-10-29T14:04:34.949" v="137" actId="1036"/>
        <pc:sldMkLst>
          <pc:docMk/>
          <pc:sldMk cId="1509090367" sldId="258"/>
        </pc:sldMkLst>
        <pc:spChg chg="mod">
          <ac:chgData name="Martin Arthur Andersen" userId="978b804b-c051-4d79-a4a3-02cf7427b67f" providerId="ADAL" clId="{89463D13-F624-49B8-89C1-5E8BC87ADD15}" dt="2025-10-29T14:04:34.949" v="137" actId="1036"/>
          <ac:spMkLst>
            <pc:docMk/>
            <pc:sldMk cId="1509090367" sldId="258"/>
            <ac:spMk id="4" creationId="{00000000-0000-0000-0000-000000000000}"/>
          </ac:spMkLst>
        </pc:spChg>
        <pc:spChg chg="mod">
          <ac:chgData name="Martin Arthur Andersen" userId="978b804b-c051-4d79-a4a3-02cf7427b67f" providerId="ADAL" clId="{89463D13-F624-49B8-89C1-5E8BC87ADD15}" dt="2025-10-29T13:53:37.064" v="23" actId="20577"/>
          <ac:spMkLst>
            <pc:docMk/>
            <pc:sldMk cId="1509090367" sldId="258"/>
            <ac:spMk id="6" creationId="{00000000-0000-0000-0000-000000000000}"/>
          </ac:spMkLst>
        </pc:spChg>
      </pc:sldChg>
      <pc:sldChg chg="del">
        <pc:chgData name="Martin Arthur Andersen" userId="978b804b-c051-4d79-a4a3-02cf7427b67f" providerId="ADAL" clId="{89463D13-F624-49B8-89C1-5E8BC87ADD15}" dt="2025-10-29T13:53:29.880" v="22" actId="47"/>
        <pc:sldMkLst>
          <pc:docMk/>
          <pc:sldMk cId="838371195" sldId="259"/>
        </pc:sldMkLst>
      </pc:sldChg>
      <pc:sldChg chg="del">
        <pc:chgData name="Martin Arthur Andersen" userId="978b804b-c051-4d79-a4a3-02cf7427b67f" providerId="ADAL" clId="{89463D13-F624-49B8-89C1-5E8BC87ADD15}" dt="2025-10-29T13:53:29.880" v="22" actId="47"/>
        <pc:sldMkLst>
          <pc:docMk/>
          <pc:sldMk cId="315353443" sldId="260"/>
        </pc:sldMkLst>
      </pc:sldChg>
      <pc:sldChg chg="del">
        <pc:chgData name="Martin Arthur Andersen" userId="978b804b-c051-4d79-a4a3-02cf7427b67f" providerId="ADAL" clId="{89463D13-F624-49B8-89C1-5E8BC87ADD15}" dt="2025-10-29T13:53:29.880" v="22" actId="47"/>
        <pc:sldMkLst>
          <pc:docMk/>
          <pc:sldMk cId="3626808594" sldId="261"/>
        </pc:sldMkLst>
      </pc:sldChg>
      <pc:sldChg chg="del">
        <pc:chgData name="Martin Arthur Andersen" userId="978b804b-c051-4d79-a4a3-02cf7427b67f" providerId="ADAL" clId="{89463D13-F624-49B8-89C1-5E8BC87ADD15}" dt="2025-10-29T13:53:29.880" v="22" actId="47"/>
        <pc:sldMkLst>
          <pc:docMk/>
          <pc:sldMk cId="3864488638" sldId="262"/>
        </pc:sldMkLst>
      </pc:sldChg>
      <pc:sldChg chg="del">
        <pc:chgData name="Martin Arthur Andersen" userId="978b804b-c051-4d79-a4a3-02cf7427b67f" providerId="ADAL" clId="{89463D13-F624-49B8-89C1-5E8BC87ADD15}" dt="2025-10-29T13:53:00.814" v="12" actId="47"/>
        <pc:sldMkLst>
          <pc:docMk/>
          <pc:sldMk cId="1220477099" sldId="263"/>
        </pc:sldMkLst>
      </pc:sldChg>
      <pc:sldChg chg="modSp mod">
        <pc:chgData name="Martin Arthur Andersen" userId="978b804b-c051-4d79-a4a3-02cf7427b67f" providerId="ADAL" clId="{89463D13-F624-49B8-89C1-5E8BC87ADD15}" dt="2025-10-29T13:52:34.467" v="3" actId="20577"/>
        <pc:sldMkLst>
          <pc:docMk/>
          <pc:sldMk cId="3586252986" sldId="264"/>
        </pc:sldMkLst>
        <pc:spChg chg="mod">
          <ac:chgData name="Martin Arthur Andersen" userId="978b804b-c051-4d79-a4a3-02cf7427b67f" providerId="ADAL" clId="{89463D13-F624-49B8-89C1-5E8BC87ADD15}" dt="2025-10-29T13:52:34.467" v="3" actId="20577"/>
          <ac:spMkLst>
            <pc:docMk/>
            <pc:sldMk cId="3586252986" sldId="264"/>
            <ac:spMk id="3" creationId="{BCBCCF1D-A825-8A9B-483E-CE96C61DCF18}"/>
          </ac:spMkLst>
        </pc:spChg>
      </pc:sldChg>
      <pc:sldChg chg="del">
        <pc:chgData name="Martin Arthur Andersen" userId="978b804b-c051-4d79-a4a3-02cf7427b67f" providerId="ADAL" clId="{89463D13-F624-49B8-89C1-5E8BC87ADD15}" dt="2025-10-29T13:53:29.880" v="22" actId="47"/>
        <pc:sldMkLst>
          <pc:docMk/>
          <pc:sldMk cId="1285901547" sldId="265"/>
        </pc:sldMkLst>
      </pc:sldChg>
      <pc:sldChg chg="del">
        <pc:chgData name="Martin Arthur Andersen" userId="978b804b-c051-4d79-a4a3-02cf7427b67f" providerId="ADAL" clId="{89463D13-F624-49B8-89C1-5E8BC87ADD15}" dt="2025-10-29T13:53:01.804" v="13" actId="47"/>
        <pc:sldMkLst>
          <pc:docMk/>
          <pc:sldMk cId="1052897613" sldId="266"/>
        </pc:sldMkLst>
      </pc:sldChg>
      <pc:sldChg chg="del">
        <pc:chgData name="Martin Arthur Andersen" userId="978b804b-c051-4d79-a4a3-02cf7427b67f" providerId="ADAL" clId="{89463D13-F624-49B8-89C1-5E8BC87ADD15}" dt="2025-10-29T13:53:02.680" v="14" actId="47"/>
        <pc:sldMkLst>
          <pc:docMk/>
          <pc:sldMk cId="3379120306" sldId="267"/>
        </pc:sldMkLst>
      </pc:sldChg>
      <pc:sldChg chg="del">
        <pc:chgData name="Martin Arthur Andersen" userId="978b804b-c051-4d79-a4a3-02cf7427b67f" providerId="ADAL" clId="{89463D13-F624-49B8-89C1-5E8BC87ADD15}" dt="2025-10-29T13:53:03.275" v="15" actId="47"/>
        <pc:sldMkLst>
          <pc:docMk/>
          <pc:sldMk cId="1195335781" sldId="268"/>
        </pc:sldMkLst>
      </pc:sldChg>
      <pc:sldChg chg="del">
        <pc:chgData name="Martin Arthur Andersen" userId="978b804b-c051-4d79-a4a3-02cf7427b67f" providerId="ADAL" clId="{89463D13-F624-49B8-89C1-5E8BC87ADD15}" dt="2025-10-29T13:53:03.883" v="16" actId="47"/>
        <pc:sldMkLst>
          <pc:docMk/>
          <pc:sldMk cId="1064990461" sldId="269"/>
        </pc:sldMkLst>
      </pc:sldChg>
      <pc:sldChg chg="del">
        <pc:chgData name="Martin Arthur Andersen" userId="978b804b-c051-4d79-a4a3-02cf7427b67f" providerId="ADAL" clId="{89463D13-F624-49B8-89C1-5E8BC87ADD15}" dt="2025-10-29T13:53:04.647" v="17" actId="47"/>
        <pc:sldMkLst>
          <pc:docMk/>
          <pc:sldMk cId="2996588672" sldId="270"/>
        </pc:sldMkLst>
      </pc:sldChg>
      <pc:sldChg chg="del">
        <pc:chgData name="Martin Arthur Andersen" userId="978b804b-c051-4d79-a4a3-02cf7427b67f" providerId="ADAL" clId="{89463D13-F624-49B8-89C1-5E8BC87ADD15}" dt="2025-10-29T13:53:29.880" v="22" actId="47"/>
        <pc:sldMkLst>
          <pc:docMk/>
          <pc:sldMk cId="2440903294" sldId="271"/>
        </pc:sldMkLst>
      </pc:sldChg>
      <pc:sldChg chg="del">
        <pc:chgData name="Martin Arthur Andersen" userId="978b804b-c051-4d79-a4a3-02cf7427b67f" providerId="ADAL" clId="{89463D13-F624-49B8-89C1-5E8BC87ADD15}" dt="2025-10-29T13:53:29.880" v="22" actId="47"/>
        <pc:sldMkLst>
          <pc:docMk/>
          <pc:sldMk cId="1467732195" sldId="272"/>
        </pc:sldMkLst>
      </pc:sldChg>
      <pc:sldChg chg="del">
        <pc:chgData name="Martin Arthur Andersen" userId="978b804b-c051-4d79-a4a3-02cf7427b67f" providerId="ADAL" clId="{89463D13-F624-49B8-89C1-5E8BC87ADD15}" dt="2025-10-29T13:53:17.239" v="21" actId="47"/>
        <pc:sldMkLst>
          <pc:docMk/>
          <pc:sldMk cId="130615261" sldId="273"/>
        </pc:sldMkLst>
      </pc:sldChg>
      <pc:sldChg chg="del">
        <pc:chgData name="Martin Arthur Andersen" userId="978b804b-c051-4d79-a4a3-02cf7427b67f" providerId="ADAL" clId="{89463D13-F624-49B8-89C1-5E8BC87ADD15}" dt="2025-10-29T13:53:14.161" v="20" actId="47"/>
        <pc:sldMkLst>
          <pc:docMk/>
          <pc:sldMk cId="3117044435" sldId="274"/>
        </pc:sldMkLst>
      </pc:sldChg>
      <pc:sldChg chg="del">
        <pc:chgData name="Martin Arthur Andersen" userId="978b804b-c051-4d79-a4a3-02cf7427b67f" providerId="ADAL" clId="{89463D13-F624-49B8-89C1-5E8BC87ADD15}" dt="2025-10-29T13:52:58.633" v="10" actId="47"/>
        <pc:sldMkLst>
          <pc:docMk/>
          <pc:sldMk cId="2127640894" sldId="275"/>
        </pc:sldMkLst>
      </pc:sldChg>
      <pc:sldChg chg="del">
        <pc:chgData name="Martin Arthur Andersen" userId="978b804b-c051-4d79-a4a3-02cf7427b67f" providerId="ADAL" clId="{89463D13-F624-49B8-89C1-5E8BC87ADD15}" dt="2025-10-29T13:52:50.051" v="4" actId="47"/>
        <pc:sldMkLst>
          <pc:docMk/>
          <pc:sldMk cId="2880699183" sldId="276"/>
        </pc:sldMkLst>
      </pc:sldChg>
      <pc:sldChg chg="del ord">
        <pc:chgData name="Martin Arthur Andersen" userId="978b804b-c051-4d79-a4a3-02cf7427b67f" providerId="ADAL" clId="{89463D13-F624-49B8-89C1-5E8BC87ADD15}" dt="2025-10-29T13:52:52.056" v="7" actId="47"/>
        <pc:sldMkLst>
          <pc:docMk/>
          <pc:sldMk cId="1536497656" sldId="277"/>
        </pc:sldMkLst>
      </pc:sldChg>
      <pc:sldChg chg="del">
        <pc:chgData name="Martin Arthur Andersen" userId="978b804b-c051-4d79-a4a3-02cf7427b67f" providerId="ADAL" clId="{89463D13-F624-49B8-89C1-5E8BC87ADD15}" dt="2025-10-29T13:52:54.838" v="8" actId="47"/>
        <pc:sldMkLst>
          <pc:docMk/>
          <pc:sldMk cId="2684869631" sldId="278"/>
        </pc:sldMkLst>
      </pc:sldChg>
      <pc:sldChg chg="del">
        <pc:chgData name="Martin Arthur Andersen" userId="978b804b-c051-4d79-a4a3-02cf7427b67f" providerId="ADAL" clId="{89463D13-F624-49B8-89C1-5E8BC87ADD15}" dt="2025-10-29T13:53:10.803" v="19" actId="47"/>
        <pc:sldMkLst>
          <pc:docMk/>
          <pc:sldMk cId="3248815952" sldId="279"/>
        </pc:sldMkLst>
      </pc:sldChg>
      <pc:sldChg chg="del">
        <pc:chgData name="Martin Arthur Andersen" userId="978b804b-c051-4d79-a4a3-02cf7427b67f" providerId="ADAL" clId="{89463D13-F624-49B8-89C1-5E8BC87ADD15}" dt="2025-10-29T13:53:29.880" v="22" actId="47"/>
        <pc:sldMkLst>
          <pc:docMk/>
          <pc:sldMk cId="2054016174" sldId="280"/>
        </pc:sldMkLst>
      </pc:sldChg>
      <pc:sldChg chg="del">
        <pc:chgData name="Martin Arthur Andersen" userId="978b804b-c051-4d79-a4a3-02cf7427b67f" providerId="ADAL" clId="{89463D13-F624-49B8-89C1-5E8BC87ADD15}" dt="2025-10-29T13:53:08.059" v="18" actId="47"/>
        <pc:sldMkLst>
          <pc:docMk/>
          <pc:sldMk cId="2679945528" sldId="288"/>
        </pc:sldMkLst>
      </pc:sldChg>
      <pc:sldChg chg="del">
        <pc:chgData name="Martin Arthur Andersen" userId="978b804b-c051-4d79-a4a3-02cf7427b67f" providerId="ADAL" clId="{89463D13-F624-49B8-89C1-5E8BC87ADD15}" dt="2025-10-29T13:53:29.880" v="22" actId="47"/>
        <pc:sldMkLst>
          <pc:docMk/>
          <pc:sldMk cId="655950033" sldId="289"/>
        </pc:sldMkLst>
      </pc:sldChg>
      <pc:sldChg chg="del">
        <pc:chgData name="Martin Arthur Andersen" userId="978b804b-c051-4d79-a4a3-02cf7427b67f" providerId="ADAL" clId="{89463D13-F624-49B8-89C1-5E8BC87ADD15}" dt="2025-10-29T13:52:56.357" v="9" actId="47"/>
        <pc:sldMkLst>
          <pc:docMk/>
          <pc:sldMk cId="1009688833" sldId="291"/>
        </pc:sldMkLst>
      </pc:sldChg>
      <pc:sldChg chg="del">
        <pc:chgData name="Martin Arthur Andersen" userId="978b804b-c051-4d79-a4a3-02cf7427b67f" providerId="ADAL" clId="{89463D13-F624-49B8-89C1-5E8BC87ADD15}" dt="2025-10-29T13:52:59.607" v="11" actId="47"/>
        <pc:sldMkLst>
          <pc:docMk/>
          <pc:sldMk cId="3378946044" sldId="292"/>
        </pc:sldMkLst>
      </pc:sldChg>
      <pc:sldChg chg="modSp">
        <pc:chgData name="Martin Arthur Andersen" userId="978b804b-c051-4d79-a4a3-02cf7427b67f" providerId="ADAL" clId="{89463D13-F624-49B8-89C1-5E8BC87ADD15}" dt="2025-10-29T14:04:58.479" v="141"/>
        <pc:sldMkLst>
          <pc:docMk/>
          <pc:sldMk cId="1834716668" sldId="293"/>
        </pc:sldMkLst>
        <pc:spChg chg="mod">
          <ac:chgData name="Martin Arthur Andersen" userId="978b804b-c051-4d79-a4a3-02cf7427b67f" providerId="ADAL" clId="{89463D13-F624-49B8-89C1-5E8BC87ADD15}" dt="2025-10-29T14:04:58.479" v="141"/>
          <ac:spMkLst>
            <pc:docMk/>
            <pc:sldMk cId="1834716668" sldId="293"/>
            <ac:spMk id="5" creationId="{6F5783D6-6578-53DB-06FF-64EB5FCABE1B}"/>
          </ac:spMkLst>
        </pc:spChg>
      </pc:sldChg>
      <pc:sldChg chg="addSp modSp new mod modClrScheme chgLayout">
        <pc:chgData name="Martin Arthur Andersen" userId="978b804b-c051-4d79-a4a3-02cf7427b67f" providerId="ADAL" clId="{89463D13-F624-49B8-89C1-5E8BC87ADD15}" dt="2025-10-29T13:59:51.304" v="74" actId="1036"/>
        <pc:sldMkLst>
          <pc:docMk/>
          <pc:sldMk cId="1728932325" sldId="294"/>
        </pc:sldMkLst>
        <pc:spChg chg="mod">
          <ac:chgData name="Martin Arthur Andersen" userId="978b804b-c051-4d79-a4a3-02cf7427b67f" providerId="ADAL" clId="{89463D13-F624-49B8-89C1-5E8BC87ADD15}" dt="2025-10-29T13:59:01.158" v="57" actId="26606"/>
          <ac:spMkLst>
            <pc:docMk/>
            <pc:sldMk cId="1728932325" sldId="294"/>
            <ac:spMk id="2" creationId="{56D71CFE-3AE4-50FC-A1BC-5E123E85F9F8}"/>
          </ac:spMkLst>
        </pc:spChg>
        <pc:spChg chg="mod">
          <ac:chgData name="Martin Arthur Andersen" userId="978b804b-c051-4d79-a4a3-02cf7427b67f" providerId="ADAL" clId="{89463D13-F624-49B8-89C1-5E8BC87ADD15}" dt="2025-10-29T13:59:16.653" v="62" actId="20577"/>
          <ac:spMkLst>
            <pc:docMk/>
            <pc:sldMk cId="1728932325" sldId="294"/>
            <ac:spMk id="3" creationId="{00F11046-6D45-636A-CD76-3B9A5D76C1CE}"/>
          </ac:spMkLst>
        </pc:spChg>
        <pc:spChg chg="mod">
          <ac:chgData name="Martin Arthur Andersen" userId="978b804b-c051-4d79-a4a3-02cf7427b67f" providerId="ADAL" clId="{89463D13-F624-49B8-89C1-5E8BC87ADD15}" dt="2025-10-29T13:59:01.158" v="57" actId="26606"/>
          <ac:spMkLst>
            <pc:docMk/>
            <pc:sldMk cId="1728932325" sldId="294"/>
            <ac:spMk id="4" creationId="{50CE5E03-67C9-543B-4374-161A1D6BE954}"/>
          </ac:spMkLst>
        </pc:spChg>
        <pc:spChg chg="mod">
          <ac:chgData name="Martin Arthur Andersen" userId="978b804b-c051-4d79-a4a3-02cf7427b67f" providerId="ADAL" clId="{89463D13-F624-49B8-89C1-5E8BC87ADD15}" dt="2025-10-29T13:59:01.158" v="57" actId="26606"/>
          <ac:spMkLst>
            <pc:docMk/>
            <pc:sldMk cId="1728932325" sldId="294"/>
            <ac:spMk id="5" creationId="{82F5FAA8-6D38-9267-57BF-A7484243A7AA}"/>
          </ac:spMkLst>
        </pc:spChg>
        <pc:spChg chg="mod">
          <ac:chgData name="Martin Arthur Andersen" userId="978b804b-c051-4d79-a4a3-02cf7427b67f" providerId="ADAL" clId="{89463D13-F624-49B8-89C1-5E8BC87ADD15}" dt="2025-10-29T13:59:01.158" v="57" actId="26606"/>
          <ac:spMkLst>
            <pc:docMk/>
            <pc:sldMk cId="1728932325" sldId="294"/>
            <ac:spMk id="6" creationId="{3DBB3D6B-265D-58F1-D2F7-C5E2A0C5FEF4}"/>
          </ac:spMkLst>
        </pc:spChg>
        <pc:picChg chg="add mod ord">
          <ac:chgData name="Martin Arthur Andersen" userId="978b804b-c051-4d79-a4a3-02cf7427b67f" providerId="ADAL" clId="{89463D13-F624-49B8-89C1-5E8BC87ADD15}" dt="2025-10-29T13:59:01.158" v="57" actId="26606"/>
          <ac:picMkLst>
            <pc:docMk/>
            <pc:sldMk cId="1728932325" sldId="294"/>
            <ac:picMk id="8" creationId="{7DE47102-FA36-27DE-1A59-8DB1CD9A0953}"/>
          </ac:picMkLst>
        </pc:picChg>
        <pc:picChg chg="add mod">
          <ac:chgData name="Martin Arthur Andersen" userId="978b804b-c051-4d79-a4a3-02cf7427b67f" providerId="ADAL" clId="{89463D13-F624-49B8-89C1-5E8BC87ADD15}" dt="2025-10-29T13:59:51.304" v="74" actId="1036"/>
          <ac:picMkLst>
            <pc:docMk/>
            <pc:sldMk cId="1728932325" sldId="294"/>
            <ac:picMk id="10" creationId="{49C8E813-A97E-D837-0CD2-32603A4F9835}"/>
          </ac:picMkLst>
        </pc:picChg>
      </pc:sldChg>
      <pc:sldChg chg="addSp modSp new mod modClrScheme chgLayout">
        <pc:chgData name="Martin Arthur Andersen" userId="978b804b-c051-4d79-a4a3-02cf7427b67f" providerId="ADAL" clId="{89463D13-F624-49B8-89C1-5E8BC87ADD15}" dt="2025-10-29T14:08:33.244" v="340" actId="26606"/>
        <pc:sldMkLst>
          <pc:docMk/>
          <pc:sldMk cId="2550609905" sldId="295"/>
        </pc:sldMkLst>
        <pc:spChg chg="mod">
          <ac:chgData name="Martin Arthur Andersen" userId="978b804b-c051-4d79-a4a3-02cf7427b67f" providerId="ADAL" clId="{89463D13-F624-49B8-89C1-5E8BC87ADD15}" dt="2025-10-29T14:08:33.244" v="340" actId="26606"/>
          <ac:spMkLst>
            <pc:docMk/>
            <pc:sldMk cId="2550609905" sldId="295"/>
            <ac:spMk id="2" creationId="{3FA486D7-F15C-9B64-A8D8-4FC60420F869}"/>
          </ac:spMkLst>
        </pc:spChg>
        <pc:spChg chg="mod">
          <ac:chgData name="Martin Arthur Andersen" userId="978b804b-c051-4d79-a4a3-02cf7427b67f" providerId="ADAL" clId="{89463D13-F624-49B8-89C1-5E8BC87ADD15}" dt="2025-10-29T14:08:33.244" v="340" actId="26606"/>
          <ac:spMkLst>
            <pc:docMk/>
            <pc:sldMk cId="2550609905" sldId="295"/>
            <ac:spMk id="3" creationId="{6BBDCDE7-C335-DF92-BCAD-BC346623A2E7}"/>
          </ac:spMkLst>
        </pc:spChg>
        <pc:spChg chg="mod">
          <ac:chgData name="Martin Arthur Andersen" userId="978b804b-c051-4d79-a4a3-02cf7427b67f" providerId="ADAL" clId="{89463D13-F624-49B8-89C1-5E8BC87ADD15}" dt="2025-10-29T14:08:33.244" v="340" actId="26606"/>
          <ac:spMkLst>
            <pc:docMk/>
            <pc:sldMk cId="2550609905" sldId="295"/>
            <ac:spMk id="4" creationId="{EE5E536F-8C0D-0057-B68A-C6ED820F9F22}"/>
          </ac:spMkLst>
        </pc:spChg>
        <pc:spChg chg="mod">
          <ac:chgData name="Martin Arthur Andersen" userId="978b804b-c051-4d79-a4a3-02cf7427b67f" providerId="ADAL" clId="{89463D13-F624-49B8-89C1-5E8BC87ADD15}" dt="2025-10-29T14:08:33.244" v="340" actId="26606"/>
          <ac:spMkLst>
            <pc:docMk/>
            <pc:sldMk cId="2550609905" sldId="295"/>
            <ac:spMk id="5" creationId="{0FBC6996-5D18-7219-E2E6-FA9A3030BF4E}"/>
          </ac:spMkLst>
        </pc:spChg>
        <pc:spChg chg="mod">
          <ac:chgData name="Martin Arthur Andersen" userId="978b804b-c051-4d79-a4a3-02cf7427b67f" providerId="ADAL" clId="{89463D13-F624-49B8-89C1-5E8BC87ADD15}" dt="2025-10-29T14:08:33.244" v="340" actId="26606"/>
          <ac:spMkLst>
            <pc:docMk/>
            <pc:sldMk cId="2550609905" sldId="295"/>
            <ac:spMk id="6" creationId="{C94FF99B-7F7C-0959-A2D6-769B697146CA}"/>
          </ac:spMkLst>
        </pc:spChg>
        <pc:picChg chg="add mod ord">
          <ac:chgData name="Martin Arthur Andersen" userId="978b804b-c051-4d79-a4a3-02cf7427b67f" providerId="ADAL" clId="{89463D13-F624-49B8-89C1-5E8BC87ADD15}" dt="2025-10-29T14:08:33.244" v="340" actId="26606"/>
          <ac:picMkLst>
            <pc:docMk/>
            <pc:sldMk cId="2550609905" sldId="295"/>
            <ac:picMk id="8" creationId="{D8969C0F-FD02-3FCD-DF5A-CE656F0DA235}"/>
          </ac:picMkLst>
        </pc:picChg>
      </pc:sldChg>
      <pc:sldChg chg="addSp modSp new mod modClrScheme chgLayout">
        <pc:chgData name="Martin Arthur Andersen" userId="978b804b-c051-4d79-a4a3-02cf7427b67f" providerId="ADAL" clId="{89463D13-F624-49B8-89C1-5E8BC87ADD15}" dt="2025-10-29T14:07:51.223" v="336" actId="26606"/>
        <pc:sldMkLst>
          <pc:docMk/>
          <pc:sldMk cId="1195150440" sldId="296"/>
        </pc:sldMkLst>
        <pc:spChg chg="mod">
          <ac:chgData name="Martin Arthur Andersen" userId="978b804b-c051-4d79-a4a3-02cf7427b67f" providerId="ADAL" clId="{89463D13-F624-49B8-89C1-5E8BC87ADD15}" dt="2025-10-29T14:07:51.223" v="336" actId="26606"/>
          <ac:spMkLst>
            <pc:docMk/>
            <pc:sldMk cId="1195150440" sldId="296"/>
            <ac:spMk id="2" creationId="{63F609AE-386D-DD92-397E-62B9B8C264D9}"/>
          </ac:spMkLst>
        </pc:spChg>
        <pc:spChg chg="mod">
          <ac:chgData name="Martin Arthur Andersen" userId="978b804b-c051-4d79-a4a3-02cf7427b67f" providerId="ADAL" clId="{89463D13-F624-49B8-89C1-5E8BC87ADD15}" dt="2025-10-29T14:07:51.223" v="336" actId="26606"/>
          <ac:spMkLst>
            <pc:docMk/>
            <pc:sldMk cId="1195150440" sldId="296"/>
            <ac:spMk id="3" creationId="{19B72593-916B-B48F-C3F9-5BAE1FDF33B2}"/>
          </ac:spMkLst>
        </pc:spChg>
        <pc:spChg chg="mod">
          <ac:chgData name="Martin Arthur Andersen" userId="978b804b-c051-4d79-a4a3-02cf7427b67f" providerId="ADAL" clId="{89463D13-F624-49B8-89C1-5E8BC87ADD15}" dt="2025-10-29T14:07:51.223" v="336" actId="26606"/>
          <ac:spMkLst>
            <pc:docMk/>
            <pc:sldMk cId="1195150440" sldId="296"/>
            <ac:spMk id="4" creationId="{2A78C120-B8AE-106F-A549-91C82A9336AE}"/>
          </ac:spMkLst>
        </pc:spChg>
        <pc:spChg chg="mod">
          <ac:chgData name="Martin Arthur Andersen" userId="978b804b-c051-4d79-a4a3-02cf7427b67f" providerId="ADAL" clId="{89463D13-F624-49B8-89C1-5E8BC87ADD15}" dt="2025-10-29T14:07:51.223" v="336" actId="26606"/>
          <ac:spMkLst>
            <pc:docMk/>
            <pc:sldMk cId="1195150440" sldId="296"/>
            <ac:spMk id="5" creationId="{B13FB406-E26E-8FD2-6F21-A18102B0116E}"/>
          </ac:spMkLst>
        </pc:spChg>
        <pc:spChg chg="mod">
          <ac:chgData name="Martin Arthur Andersen" userId="978b804b-c051-4d79-a4a3-02cf7427b67f" providerId="ADAL" clId="{89463D13-F624-49B8-89C1-5E8BC87ADD15}" dt="2025-10-29T14:07:51.223" v="336" actId="26606"/>
          <ac:spMkLst>
            <pc:docMk/>
            <pc:sldMk cId="1195150440" sldId="296"/>
            <ac:spMk id="6" creationId="{C3A17C8B-2D7B-2859-DAC9-911752970CB5}"/>
          </ac:spMkLst>
        </pc:spChg>
        <pc:picChg chg="add mod ord">
          <ac:chgData name="Martin Arthur Andersen" userId="978b804b-c051-4d79-a4a3-02cf7427b67f" providerId="ADAL" clId="{89463D13-F624-49B8-89C1-5E8BC87ADD15}" dt="2025-10-29T14:07:51.223" v="336" actId="26606"/>
          <ac:picMkLst>
            <pc:docMk/>
            <pc:sldMk cId="1195150440" sldId="296"/>
            <ac:picMk id="8" creationId="{6403698E-5348-4E98-7A59-A63CAA55D62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/>
              <a:t>29.10.2025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4867-3A3C-8F4F-AA72-C1B9EB729F72}" type="datetimeFigureOut">
              <a:rPr lang="nb-NO" smtClean="0"/>
              <a:t>29.10.2025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57E-F630-C147-B67D-734B6B1CD9D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86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29.10.2025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AB339-F0E1-A746-A0DD-B8B314440945}" type="datetime1">
              <a:rPr lang="nb-NO" smtClean="0"/>
              <a:t>29.10.2025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590699-1352-D148-B251-D7C28FB0B6CC}" type="datetime1">
              <a:rPr lang="nb-NO" smtClean="0"/>
              <a:t>29.10.2025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FF5EF9-C484-D748-964B-06FC147FE0F7}" type="datetime1">
              <a:rPr lang="nb-NO" smtClean="0"/>
              <a:t>29.10.2025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E9DC53-2898-304E-8D88-1BB22CAC7760}" type="datetime1">
              <a:rPr lang="nb-NO" smtClean="0"/>
              <a:t>29.10.2025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29.10.2025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29.10.2025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2955-BE7A-5C4C-84B8-41580681C190}" type="datetime1">
              <a:rPr lang="nb-NO" smtClean="0"/>
              <a:t>29.10.2025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7B6-EDFB-B447-8B14-79CCE6E543ED}" type="datetime1">
              <a:rPr lang="nb-NO" smtClean="0"/>
              <a:t>29.10.2025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her for å sette inn bilde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B3D7-CAAD-CD4A-9ADE-B7023038E292}" type="datetime1">
              <a:rPr lang="nb-NO" smtClean="0"/>
              <a:t>29.10.2025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301028B7-40B6-B141-A86D-F90DE572F70B}" type="datetime1">
              <a:rPr lang="nb-NO" smtClean="0"/>
              <a:t>29.10.2025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7" name="Bilde 6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  <p:pic>
        <p:nvPicPr>
          <p:cNvPr id="8" name="Bilde 7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projecthub.arduino.cc/SBR/switching-using-transistor-18cb61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Fuktsensor og signalbehandling</a:t>
            </a:r>
            <a:endParaRPr lang="nb-NO" sz="2400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/>
          <a:lstStyle/>
          <a:p>
            <a:fld id="{CEBE5A08-4597-EE48-8595-2652A3602EC3}" type="datetime1">
              <a:rPr lang="nb-NO" smtClean="0"/>
              <a:t>29.10.2025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/>
          <a:lstStyle/>
          <a:p>
            <a:fld id="{28ECCE09-4EB9-D24E-99A2-F5BDA1BD657E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909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FA486D7-F15C-9B64-A8D8-4FC60420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Plan i dag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BBDCDE7-C335-DF92-BCAD-BC346623A2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endParaRPr lang="nb-NO" dirty="0"/>
          </a:p>
          <a:p>
            <a:r>
              <a:rPr lang="nb-NO" dirty="0"/>
              <a:t>Noen få slides</a:t>
            </a:r>
          </a:p>
          <a:p>
            <a:endParaRPr lang="nb-NO" dirty="0"/>
          </a:p>
          <a:p>
            <a:r>
              <a:rPr lang="nb-NO" dirty="0"/>
              <a:t>Presentasjon</a:t>
            </a:r>
          </a:p>
          <a:p>
            <a:endParaRPr lang="nb-NO" dirty="0"/>
          </a:p>
          <a:p>
            <a:r>
              <a:rPr lang="nb-NO" dirty="0"/>
              <a:t>Jobbe med oppgave</a:t>
            </a:r>
          </a:p>
        </p:txBody>
      </p:sp>
      <p:pic>
        <p:nvPicPr>
          <p:cNvPr id="8" name="Bilde 7" descr="Et bilde som inneholder tekst, kart, person, puslespill&#10;&#10;KI-generert innhold kan være feil.">
            <a:extLst>
              <a:ext uri="{FF2B5EF4-FFF2-40B4-BE49-F238E27FC236}">
                <a16:creationId xmlns:a16="http://schemas.microsoft.com/office/drawing/2014/main" id="{D8969C0F-FD02-3FCD-DF5A-CE656F0D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20" r="17565" b="1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E5E536F-8C0D-0057-B68A-C6ED820F9F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FBC6996-5D18-7219-E2E6-FA9A3030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b-NO" dirty="0"/>
              <a:t>Martin Arthur Andersen, Fakultet for informasjonsteknologi, ingeniørfag og økonomi</a:t>
            </a:r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94FF99B-7F7C-0959-A2D6-769B6971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50609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6D71CFE-3AE4-50FC-A1BC-5E123E85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dirty="0"/>
              <a:t>Bruke transistor som bryter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F11046-6D45-636A-CD76-3B9A5D76C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>
                <a:hlinkClick r:id="rId2"/>
              </a:rPr>
              <a:t>https://projecthub.arduino.cc/SBR/switching-using-transistor-18cb61</a:t>
            </a:r>
            <a:endParaRPr lang="nb-NO" dirty="0"/>
          </a:p>
          <a:p>
            <a:endParaRPr lang="nb-NO" dirty="0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7DE47102-FA36-27DE-1A59-8DB1CD9A0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800" y="1200151"/>
            <a:ext cx="3131400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0CE5E03-67C9-543B-4374-161A1D6B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2F5FAA8-6D38-9267-57BF-A7484243A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DBB3D6B-265D-58F1-D2F7-C5E2A0C5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49C8E813-A97E-D837-0CD2-32603A4F9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756" y="1990859"/>
            <a:ext cx="2587487" cy="257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32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3F609AE-386D-DD92-397E-62B9B8C26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Hva er nivået på eksamen?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9B72593-916B-B48F-C3F9-5BAE1FDF3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dirty="0"/>
              <a:t>Oppgavene er scenariobasert</a:t>
            </a:r>
          </a:p>
          <a:p>
            <a:r>
              <a:rPr lang="nb-NO" dirty="0"/>
              <a:t>Litt flere komponenter</a:t>
            </a:r>
          </a:p>
          <a:p>
            <a:r>
              <a:rPr lang="nb-NO" dirty="0"/>
              <a:t>Helt selvstendig</a:t>
            </a:r>
          </a:p>
          <a:p>
            <a:r>
              <a:rPr lang="nb-NO" dirty="0"/>
              <a:t>Ingen </a:t>
            </a:r>
          </a:p>
          <a:p>
            <a:pPr lvl="1"/>
            <a:r>
              <a:rPr lang="nb-NO" sz="2000"/>
              <a:t>Kode-eksempel</a:t>
            </a:r>
          </a:p>
          <a:p>
            <a:pPr lvl="1"/>
            <a:r>
              <a:rPr lang="nb-NO" sz="2000"/>
              <a:t>Info om komponenter</a:t>
            </a:r>
          </a:p>
          <a:p>
            <a:pPr lvl="1"/>
            <a:r>
              <a:rPr lang="nb-NO" sz="2000"/>
              <a:t>Hjelp til kobling</a:t>
            </a:r>
          </a:p>
          <a:p>
            <a:pPr lvl="1"/>
            <a:r>
              <a:rPr lang="nb-NO" sz="2000"/>
              <a:t>Hjelp til koding</a:t>
            </a:r>
          </a:p>
        </p:txBody>
      </p:sp>
      <p:pic>
        <p:nvPicPr>
          <p:cNvPr id="8" name="Bilde 7" descr="Et bilde som inneholder tekst, tavle, håndskrift, tusjtavle&#10;&#10;KI-generert innhold kan være feil.">
            <a:extLst>
              <a:ext uri="{FF2B5EF4-FFF2-40B4-BE49-F238E27FC236}">
                <a16:creationId xmlns:a16="http://schemas.microsoft.com/office/drawing/2014/main" id="{6403698E-5348-4E98-7A59-A63CAA55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549504"/>
            <a:ext cx="4038600" cy="2695765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A78C120-B8AE-106F-A549-91C82A9336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13FB406-E26E-8FD2-6F21-A18102B0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3A17C8B-2D7B-2859-DAC9-91175297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5150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38F456-4249-5CC3-070E-8E8FAE37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Øve på å presentere løsning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CBCCF1D-A825-8A9B-483E-CE96C61D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Frivillig</a:t>
            </a:r>
          </a:p>
          <a:p>
            <a:r>
              <a:rPr lang="nb-NO" dirty="0"/>
              <a:t>Konkret øvelse til eksamen</a:t>
            </a:r>
          </a:p>
          <a:p>
            <a:r>
              <a:rPr lang="nb-NO" dirty="0"/>
              <a:t>Dere skal løse en oppgave og presentere for klassen</a:t>
            </a:r>
          </a:p>
          <a:p>
            <a:pPr lvl="1"/>
            <a:r>
              <a:rPr lang="nb-NO" dirty="0"/>
              <a:t>10 min presentasjon</a:t>
            </a:r>
          </a:p>
          <a:p>
            <a:pPr lvl="1"/>
            <a:r>
              <a:rPr lang="nb-NO" dirty="0"/>
              <a:t>10 min diskusjon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9DDF2BC-FA4D-3593-E10E-FE08445C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E28E0A4-A3F1-D7B5-713E-492502C03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3213DB0-9855-F731-9E35-B936DE85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8625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25CFFF0-1F56-A45F-B011-D6A7811D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Hvorfor øver vi på å presentere oppgaven?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3DA7953-4A67-1959-67A1-1BFB8959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b-NO" b="1" dirty="0"/>
              <a:t>For å lære bedre</a:t>
            </a:r>
          </a:p>
          <a:p>
            <a:pPr lvl="1"/>
            <a:r>
              <a:rPr lang="nb-NO" dirty="0"/>
              <a:t>Å forklare en løsning høyt gjør at du </a:t>
            </a:r>
            <a:r>
              <a:rPr lang="nb-NO" b="1" dirty="0"/>
              <a:t>oppdager hull i egen forståelse</a:t>
            </a:r>
            <a:r>
              <a:rPr lang="nb-NO" dirty="0"/>
              <a:t>.</a:t>
            </a:r>
          </a:p>
          <a:p>
            <a:pPr lvl="1"/>
            <a:r>
              <a:rPr lang="nb-NO" dirty="0"/>
              <a:t>Du må </a:t>
            </a:r>
            <a:r>
              <a:rPr lang="nb-NO" b="1" dirty="0"/>
              <a:t>strukturere tankene dine</a:t>
            </a:r>
            <a:r>
              <a:rPr lang="nb-NO" dirty="0"/>
              <a:t> – ikke bare vise koden.</a:t>
            </a:r>
          </a:p>
          <a:p>
            <a:pPr lvl="1"/>
            <a:r>
              <a:rPr lang="nb-NO" dirty="0"/>
              <a:t>Når du formidler, </a:t>
            </a:r>
            <a:r>
              <a:rPr lang="nb-NO" b="1" dirty="0"/>
              <a:t>forstår du hvorfor</a:t>
            </a:r>
            <a:r>
              <a:rPr lang="nb-NO" dirty="0"/>
              <a:t> du valgte løsningen – ikke bare hvordan.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For å trene på eksamenssituasjonen</a:t>
            </a:r>
          </a:p>
          <a:p>
            <a:pPr lvl="1"/>
            <a:r>
              <a:rPr lang="nb-NO" dirty="0"/>
              <a:t>Muntlig og praktisk eksamen krever at du </a:t>
            </a:r>
            <a:r>
              <a:rPr lang="nb-NO" b="1" dirty="0"/>
              <a:t>kan begrunne valg</a:t>
            </a:r>
            <a:r>
              <a:rPr lang="nb-NO" dirty="0"/>
              <a:t>, ikke bare vise resultat.</a:t>
            </a:r>
          </a:p>
          <a:p>
            <a:pPr lvl="1"/>
            <a:r>
              <a:rPr lang="nb-NO" dirty="0"/>
              <a:t>Du får erfaring med å </a:t>
            </a:r>
            <a:r>
              <a:rPr lang="nb-NO" b="1" dirty="0"/>
              <a:t>presentere tekniske sammenhenger presist og rolig</a:t>
            </a:r>
            <a:r>
              <a:rPr lang="nb-NO" dirty="0"/>
              <a:t>.</a:t>
            </a:r>
          </a:p>
          <a:p>
            <a:pPr lvl="1"/>
            <a:r>
              <a:rPr lang="nb-NO" dirty="0"/>
              <a:t>Du lærer å </a:t>
            </a:r>
            <a:r>
              <a:rPr lang="nb-NO" b="1" dirty="0"/>
              <a:t>svare på spørsmål underveis</a:t>
            </a:r>
            <a:r>
              <a:rPr lang="nb-NO" dirty="0"/>
              <a:t> – akkurat som i faglig diskusjon.</a:t>
            </a:r>
          </a:p>
          <a:p>
            <a:pPr lvl="1"/>
            <a:r>
              <a:rPr lang="nb-NO" dirty="0"/>
              <a:t>Du øver på å </a:t>
            </a:r>
            <a:r>
              <a:rPr lang="nb-NO" b="1" dirty="0"/>
              <a:t>tenke som en ingeniør</a:t>
            </a:r>
            <a:r>
              <a:rPr lang="nb-NO" dirty="0"/>
              <a:t>: argumentere for beslutninger.</a:t>
            </a:r>
          </a:p>
          <a:p>
            <a:pPr lvl="1"/>
            <a:r>
              <a:rPr lang="nb-NO" dirty="0"/>
              <a:t>Du får </a:t>
            </a:r>
            <a:r>
              <a:rPr lang="nb-NO" b="1" dirty="0"/>
              <a:t>tilbakemelding fra medstudenter</a:t>
            </a:r>
            <a:r>
              <a:rPr lang="nb-NO" dirty="0"/>
              <a:t> – og ser flere måter å løse samme problem på.</a:t>
            </a:r>
          </a:p>
          <a:p>
            <a:pPr lvl="1"/>
            <a:r>
              <a:rPr lang="nb-NO" dirty="0"/>
              <a:t>Presentasjon er en del av det å </a:t>
            </a:r>
            <a:r>
              <a:rPr lang="nb-NO" b="1" dirty="0"/>
              <a:t>arbeide tverrfaglig</a:t>
            </a:r>
            <a:r>
              <a:rPr lang="nb-NO" dirty="0"/>
              <a:t> og forklare teknologi til andre.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BAE96E6-E9A1-42F8-7FE9-C842E05B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F5783D6-6578-53DB-06FF-64EB5FCAB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A25995F-B456-5E2A-AE46-3C4F48C6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4716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AF08869-D22E-E335-075D-371B287C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Vise forståelse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B449E79-7195-58F3-2C91-0945D7E86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nb-NO" b="1" dirty="0"/>
              <a:t>Du forstår prinsippene</a:t>
            </a:r>
          </a:p>
          <a:p>
            <a:pPr lvl="1"/>
            <a:r>
              <a:rPr lang="nb-NO" dirty="0"/>
              <a:t>Forskjellen mellom </a:t>
            </a:r>
            <a:r>
              <a:rPr lang="nb-NO" b="1" dirty="0" err="1"/>
              <a:t>resistiv</a:t>
            </a:r>
            <a:r>
              <a:rPr lang="nb-NO" dirty="0"/>
              <a:t> og </a:t>
            </a:r>
            <a:r>
              <a:rPr lang="nb-NO" b="1" dirty="0"/>
              <a:t>kapasitiv</a:t>
            </a:r>
            <a:r>
              <a:rPr lang="nb-NO" dirty="0"/>
              <a:t> fuktsensor</a:t>
            </a:r>
          </a:p>
          <a:p>
            <a:pPr lvl="1"/>
            <a:r>
              <a:rPr lang="nb-NO" dirty="0"/>
              <a:t>Hvordan </a:t>
            </a:r>
            <a:r>
              <a:rPr lang="nb-NO" b="1" dirty="0"/>
              <a:t>korrosjon</a:t>
            </a:r>
            <a:r>
              <a:rPr lang="nb-NO" dirty="0"/>
              <a:t> oppstår og hvordan du kan unngå det</a:t>
            </a:r>
          </a:p>
          <a:p>
            <a:pPr lvl="1"/>
            <a:r>
              <a:rPr lang="nb-NO" dirty="0"/>
              <a:t>Hvorfor </a:t>
            </a:r>
            <a:r>
              <a:rPr lang="nb-NO" b="1" dirty="0"/>
              <a:t>signalbehandling</a:t>
            </a:r>
            <a:r>
              <a:rPr lang="nb-NO" dirty="0"/>
              <a:t> er nødvendig for stabile målinger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Du kan gjøre praktiske valg</a:t>
            </a:r>
          </a:p>
          <a:p>
            <a:pPr lvl="1"/>
            <a:r>
              <a:rPr lang="nb-NO" dirty="0"/>
              <a:t>Velge riktig sensortype til et gitt miljø</a:t>
            </a:r>
          </a:p>
          <a:p>
            <a:pPr lvl="1"/>
            <a:r>
              <a:rPr lang="nb-NO" dirty="0"/>
              <a:t>Bestemme </a:t>
            </a:r>
            <a:r>
              <a:rPr lang="nb-NO" b="1" dirty="0"/>
              <a:t>målefrekvens</a:t>
            </a:r>
            <a:r>
              <a:rPr lang="nb-NO" dirty="0"/>
              <a:t> ut fra stabilitet og levetid</a:t>
            </a:r>
          </a:p>
          <a:p>
            <a:pPr lvl="1"/>
            <a:r>
              <a:rPr lang="nb-NO" dirty="0"/>
              <a:t>Implementere </a:t>
            </a:r>
            <a:r>
              <a:rPr lang="nb-NO" b="1" dirty="0"/>
              <a:t>filtrering</a:t>
            </a:r>
            <a:r>
              <a:rPr lang="nb-NO" dirty="0"/>
              <a:t> (glidende gjennomsnitt, median, eksponentiell glatting)</a:t>
            </a:r>
          </a:p>
          <a:p>
            <a:pPr lvl="1"/>
            <a:r>
              <a:rPr lang="nb-NO" dirty="0"/>
              <a:t>Designe en </a:t>
            </a:r>
            <a:r>
              <a:rPr lang="nb-NO" b="1" dirty="0"/>
              <a:t>dynamisk terskel</a:t>
            </a:r>
            <a:r>
              <a:rPr lang="nb-NO" dirty="0"/>
              <a:t> for automatisk beslutning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Du kan forklare sammenhenger</a:t>
            </a:r>
          </a:p>
          <a:p>
            <a:pPr lvl="1"/>
            <a:r>
              <a:rPr lang="nb-NO" dirty="0"/>
              <a:t>Hvordan elektriske målinger oversettes til fysisk fuktighet</a:t>
            </a:r>
          </a:p>
          <a:p>
            <a:pPr lvl="1"/>
            <a:r>
              <a:rPr lang="nb-NO" dirty="0"/>
              <a:t>Hvordan signalbehandling påvirker </a:t>
            </a:r>
            <a:r>
              <a:rPr lang="nb-NO" b="1" dirty="0"/>
              <a:t>presisjon</a:t>
            </a:r>
            <a:r>
              <a:rPr lang="nb-NO" dirty="0"/>
              <a:t> og </a:t>
            </a:r>
            <a:r>
              <a:rPr lang="nb-NO" b="1" dirty="0"/>
              <a:t>systemets respons</a:t>
            </a:r>
            <a:endParaRPr lang="nb-NO" dirty="0"/>
          </a:p>
          <a:p>
            <a:pPr lvl="1"/>
            <a:r>
              <a:rPr lang="nb-NO" dirty="0"/>
              <a:t>Hvordan miljøforhold (luftfuktighet, jordtype, temperatur) påvirker måleresultatet</a:t>
            </a:r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A4D8C59-4ABB-7BB0-558C-509A2C98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0A4A393-751A-AC8A-9087-7CB8FFB17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C8FDF1A-DE46-C45F-3A12-E99EDD88D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88391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E966E5F-38AE-7C93-B63E-A3D98587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Design et pålitelig jordfuktighetssystem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6C3D15B-0408-2183-B428-17D6255C2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Du skal designe og teste et system som overvåker jordfuktighet og gir beskjed når planten trenger vann. Systemet skal være stabilt over tid, og du må selv velge </a:t>
            </a:r>
            <a:r>
              <a:rPr lang="nb-NO" b="1" dirty="0"/>
              <a:t>sensor</a:t>
            </a:r>
            <a:r>
              <a:rPr lang="nb-NO" dirty="0"/>
              <a:t>, </a:t>
            </a:r>
            <a:r>
              <a:rPr lang="nb-NO" b="1" dirty="0"/>
              <a:t>målefrekvens</a:t>
            </a:r>
            <a:r>
              <a:rPr lang="nb-NO" dirty="0"/>
              <a:t> og </a:t>
            </a:r>
            <a:r>
              <a:rPr lang="nb-NO" b="1" dirty="0"/>
              <a:t>signalbehandlingsmetode</a:t>
            </a:r>
            <a:r>
              <a:rPr lang="nb-NO" dirty="0"/>
              <a:t>.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3337A51-4F30-DB18-6C17-57CA1035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DFD12A3-8116-53FF-E127-C173FA1C1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4A3890A-3C17-525E-519C-5121A310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723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E804EA5-964F-7715-F578-A8F4E2BA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Del 1: Bruk av sensor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98FE896-872B-A04A-0C49-3AB30F2A2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Finn ut hvordan man bruker sen-13637</a:t>
            </a:r>
            <a:br>
              <a:rPr lang="nb-NO" dirty="0"/>
            </a:br>
            <a:endParaRPr lang="nb-NO" dirty="0"/>
          </a:p>
          <a:p>
            <a:r>
              <a:rPr lang="nb-NO" dirty="0"/>
              <a:t>Finn ut følgende opplysninger:</a:t>
            </a:r>
          </a:p>
          <a:p>
            <a:pPr lvl="1"/>
            <a:r>
              <a:rPr lang="nb-NO" dirty="0"/>
              <a:t>Målenøyaktighet</a:t>
            </a:r>
          </a:p>
          <a:p>
            <a:pPr lvl="1"/>
            <a:r>
              <a:rPr lang="nb-NO" dirty="0"/>
              <a:t>Levetid (korrosjon, stabilitet)</a:t>
            </a:r>
          </a:p>
          <a:p>
            <a:pPr lvl="1"/>
            <a:r>
              <a:rPr lang="nb-NO" dirty="0"/>
              <a:t>Bruksområde</a:t>
            </a:r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8A6D252-BD88-6108-1F83-01D8F7420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7C318B5-8683-7AFF-265B-25EB0E2E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D6CE674-9AC3-8D76-6B9A-16132C61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9081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588C6F5-467F-01DE-9A05-44A3F99D6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Del 2: Målefrekvens og levetid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B419440-C2D4-3347-F40E-CF4937B3D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Bestem hvor ofte systemet skal ta målinger.</a:t>
            </a:r>
            <a:br>
              <a:rPr lang="nb-NO" dirty="0"/>
            </a:br>
            <a:r>
              <a:rPr lang="nb-NO" dirty="0"/>
              <a:t>Forklar hvordan valg av målefrekvens påvirker:</a:t>
            </a:r>
          </a:p>
          <a:p>
            <a:r>
              <a:rPr lang="nb-NO" dirty="0"/>
              <a:t>Sensorens levetid</a:t>
            </a:r>
          </a:p>
          <a:p>
            <a:r>
              <a:rPr lang="nb-NO" dirty="0"/>
              <a:t>Datakvalitet</a:t>
            </a:r>
          </a:p>
          <a:p>
            <a:r>
              <a:rPr lang="nb-NO" dirty="0"/>
              <a:t>Strømforbruk og effektivitet</a:t>
            </a:r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BD2C4E2-2632-6375-4A6D-530546F7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CE7C89E-BEB9-B524-2399-BC65ACCD8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85BBCDB-FBF5-956E-B86A-4A5345B2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6194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0E76E7F-549C-03FC-3D56-BCA248A1F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Del 3: Signalbehandling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2A88E76-EEAB-0F7A-AA58-B86DF008C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b-NO" dirty="0"/>
              <a:t>Implementer </a:t>
            </a:r>
            <a:r>
              <a:rPr lang="nb-NO" b="1" dirty="0"/>
              <a:t>to ulike filtreringsmetoder</a:t>
            </a:r>
            <a:r>
              <a:rPr lang="nb-NO" dirty="0"/>
              <a:t> for å glatte signalet, f.eks.:</a:t>
            </a:r>
          </a:p>
          <a:p>
            <a:r>
              <a:rPr lang="nb-NO" dirty="0"/>
              <a:t>Glidende gjennomsnitt</a:t>
            </a:r>
          </a:p>
          <a:p>
            <a:r>
              <a:rPr lang="nb-NO" dirty="0"/>
              <a:t>Medianfilter</a:t>
            </a:r>
          </a:p>
          <a:p>
            <a:r>
              <a:rPr lang="nb-NO" dirty="0"/>
              <a:t>Eksponentiell glatting</a:t>
            </a:r>
          </a:p>
          <a:p>
            <a:pPr marL="0" indent="0">
              <a:buNone/>
            </a:pPr>
            <a:r>
              <a:rPr lang="nb-NO" dirty="0"/>
              <a:t>Vis hvordan de påvirker datastabilitet (for eksempel med utskrift til Serial Monitor).</a:t>
            </a:r>
            <a:br>
              <a:rPr lang="nb-NO" dirty="0"/>
            </a:br>
            <a:r>
              <a:rPr lang="nb-NO" dirty="0"/>
              <a:t>Velg deretter den metoden du mener fungerer best – og begrunn hvorfor.</a:t>
            </a:r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9EE3D1B-AC33-4E46-7D3F-89AF3505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DE001B7-3B28-F012-A61E-28986C01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1AADC15-4EBC-9F05-3989-9E1B593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82035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3B7A453-35F1-CDDF-1AC7-AE39E021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Del 4: Dynamisk terskel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F821DBF-6731-5522-FF3B-DEF509F42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Implementer en </a:t>
            </a:r>
            <a:r>
              <a:rPr lang="nb-NO" b="1" dirty="0"/>
              <a:t>dynamisk terskel</a:t>
            </a:r>
            <a:r>
              <a:rPr lang="nb-NO" dirty="0"/>
              <a:t> som automatisk varsler når jorden blir for tørr, basert på gjennomsnitt og avvik i signalet.</a:t>
            </a:r>
            <a:br>
              <a:rPr lang="nb-NO" dirty="0"/>
            </a:br>
            <a:r>
              <a:rPr lang="nb-NO" dirty="0"/>
              <a:t>Diskuter hvordan denne metoden håndterer støy og langsomme endringer i sensoren over tid.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4A8F3F3-D6F4-AAB8-83AA-079886C3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6C1C558-2985-0234-36A7-974B4410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A8C5BD3-D914-ABEA-A73E-E828496A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6663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B7835B5-DBD6-292A-9EA5-C56506B06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n-NO" dirty="0"/>
              <a:t>Del 5: Presenter din </a:t>
            </a:r>
            <a:r>
              <a:rPr lang="nn-NO" dirty="0" err="1"/>
              <a:t>løsning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4C1703A-F395-2E09-9E78-44EE95284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Lever en kort presentasjon (10 min) hvor du forklarer:</a:t>
            </a:r>
          </a:p>
          <a:p>
            <a:r>
              <a:rPr lang="nb-NO" dirty="0"/>
              <a:t>Hvilke valg du tok, og hvorfor</a:t>
            </a:r>
          </a:p>
          <a:p>
            <a:r>
              <a:rPr lang="nb-NO" dirty="0"/>
              <a:t>Hva som fungerte best og dårligst</a:t>
            </a:r>
          </a:p>
          <a:p>
            <a:r>
              <a:rPr lang="nb-NO" dirty="0"/>
              <a:t>Hvordan du ville forbedret systemet for et ekte vekstmiljø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E6034E7-70CE-2AAF-AD83-EFF9FAB23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7971772-83D3-89E2-6F9D-16DE97E7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2A9518C-DE9B-B2D8-9B2B-7B2D543C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27878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B004003-0E80-09CF-5106-D879BABA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Bonusutfordring (valgfri)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EDE7139-3C2D-55D2-7279-078EAA747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Simuler aldring av sensoren (for eksempel ved å legge til en konstant forskyvning i signalet) og vurder hvordan ditt system håndterer dette.</a:t>
            </a:r>
            <a:br>
              <a:rPr lang="nb-NO" dirty="0"/>
            </a:br>
            <a:r>
              <a:rPr lang="nb-NO" dirty="0"/>
              <a:t>Kan signalbehandling alene kompensere for sensorens degradering?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8EBC47E-0AC8-BE2D-1CAE-AD4A8450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04335C2-7C0B-7820-074C-631EACC0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CE1FC3C-D342-2D3E-2642-E3A09304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41290808"/>
      </p:ext>
    </p:extLst>
  </p:cSld>
  <p:clrMapOvr>
    <a:masterClrMapping/>
  </p:clrMapOvr>
</p:sld>
</file>

<file path=ppt/theme/theme1.xml><?xml version="1.0" encoding="utf-8"?>
<a:theme xmlns:a="http://schemas.openxmlformats.org/drawingml/2006/main" name="HIOF-template-7.13.Presentasjonsmal-NOR-v.0.0.3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83180C750DED49832A828A345BD068" ma:contentTypeVersion="16" ma:contentTypeDescription="Opprett et nytt dokument." ma:contentTypeScope="" ma:versionID="0ffaa19da4f66163451a89d5c36b2850">
  <xsd:schema xmlns:xsd="http://www.w3.org/2001/XMLSchema" xmlns:xs="http://www.w3.org/2001/XMLSchema" xmlns:p="http://schemas.microsoft.com/office/2006/metadata/properties" xmlns:ns3="b44559a2-a91c-4b3d-9b02-34bf4e41e8de" xmlns:ns4="46d65abe-389b-4595-a034-c32f88a2f72f" targetNamespace="http://schemas.microsoft.com/office/2006/metadata/properties" ma:root="true" ma:fieldsID="effdf5abe430e858cc173ba807cbedc6" ns3:_="" ns4:_="">
    <xsd:import namespace="b44559a2-a91c-4b3d-9b02-34bf4e41e8de"/>
    <xsd:import namespace="46d65abe-389b-4595-a034-c32f88a2f72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4559a2-a91c-4b3d-9b02-34bf4e41e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65abe-389b-4595-a034-c32f88a2f72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4559a2-a91c-4b3d-9b02-34bf4e41e8de" xsi:nil="true"/>
  </documentManagement>
</p:properties>
</file>

<file path=customXml/itemProps1.xml><?xml version="1.0" encoding="utf-8"?>
<ds:datastoreItem xmlns:ds="http://schemas.openxmlformats.org/officeDocument/2006/customXml" ds:itemID="{E1A313DA-7499-44CA-9284-9D5B4533FEB0}">
  <ds:schemaRefs>
    <ds:schemaRef ds:uri="46d65abe-389b-4595-a034-c32f88a2f72f"/>
    <ds:schemaRef ds:uri="b44559a2-a91c-4b3d-9b02-34bf4e41e8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D0EBD75-8E1C-48FC-9758-5998BD7A9B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0A1235-4F99-4957-98A9-279FBCDCAF1B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46d65abe-389b-4595-a034-c32f88a2f72f"/>
    <ds:schemaRef ds:uri="http://www.w3.org/XML/1998/namespace"/>
    <ds:schemaRef ds:uri="http://schemas.openxmlformats.org/package/2006/metadata/core-properties"/>
    <ds:schemaRef ds:uri="b44559a2-a91c-4b3d-9b02-34bf4e41e8de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e3221735-26b9-4eac-ad0f-4721757a50f8}" enabled="0" method="" siteId="{e3221735-26b9-4eac-ad0f-4721757a50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HIOF-template-7.13.Presentasjonsmal-NOR-v.0.0.3.potx</Template>
  <TotalTime>68</TotalTime>
  <Words>763</Words>
  <Application>Microsoft Office PowerPoint</Application>
  <PresentationFormat>Skjermfremvisning (16:9)</PresentationFormat>
  <Paragraphs>122</Paragraphs>
  <Slides>14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14</vt:i4>
      </vt:variant>
    </vt:vector>
  </HeadingPairs>
  <TitlesOfParts>
    <vt:vector size="18" baseType="lpstr">
      <vt:lpstr>Arial</vt:lpstr>
      <vt:lpstr>Calibri</vt:lpstr>
      <vt:lpstr>Source Sans Pro</vt:lpstr>
      <vt:lpstr>HIOF-template-7.13.Presentasjonsmal-NOR-v.0.0.3</vt:lpstr>
      <vt:lpstr>Fuktsensor og signalbehandling</vt:lpstr>
      <vt:lpstr>Plan i dag</vt:lpstr>
      <vt:lpstr>Bruke transistor som bryter</vt:lpstr>
      <vt:lpstr>Hva er nivået på eksamen?</vt:lpstr>
      <vt:lpstr>Øve på å presentere løsning</vt:lpstr>
      <vt:lpstr>Hvorfor øver vi på å presentere oppgaven?</vt:lpstr>
      <vt:lpstr>Vise forståelse</vt:lpstr>
      <vt:lpstr>Design et pålitelig jordfuktighetssystem</vt:lpstr>
      <vt:lpstr>Del 1: Bruk av sensor</vt:lpstr>
      <vt:lpstr>Del 2: Målefrekvens og levetid</vt:lpstr>
      <vt:lpstr>Del 3: Signalbehandling</vt:lpstr>
      <vt:lpstr>Del 4: Dynamisk terskel</vt:lpstr>
      <vt:lpstr>Del 5: Presenter din løsning</vt:lpstr>
      <vt:lpstr>Bonusutfordring (valgfri)</vt:lpstr>
    </vt:vector>
  </TitlesOfParts>
  <Manager/>
  <Company>The Pitch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HIOF-template-7.13.Presentasjonsmal</dc:title>
  <dc:subject/>
  <dc:creator>Karine Strand Andresen</dc:creator>
  <cp:keywords/>
  <dc:description/>
  <cp:lastModifiedBy>Martin Arthur Andersen</cp:lastModifiedBy>
  <cp:revision>3</cp:revision>
  <dcterms:created xsi:type="dcterms:W3CDTF">2015-06-11T22:12:29Z</dcterms:created>
  <dcterms:modified xsi:type="dcterms:W3CDTF">2025-10-29T14:08:38Z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0x0101000883180C750DED49832A828A345BD068</vt:lpwstr>
  </property>
  <property fmtid="{D5CDD505-2E9C-101B-9397-08002B2CF9AE}" pid="3" name="MediaServiceImageTags">
    <vt:lpwstr/>
  </property>
</Properties>
</file>