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20"/>
  </p:notesMasterIdLst>
  <p:handoutMasterIdLst>
    <p:handoutMasterId r:id="rId21"/>
  </p:handoutMasterIdLst>
  <p:sldIdLst>
    <p:sldId id="258" r:id="rId5"/>
    <p:sldId id="274" r:id="rId6"/>
    <p:sldId id="259" r:id="rId7"/>
    <p:sldId id="260" r:id="rId8"/>
    <p:sldId id="261" r:id="rId9"/>
    <p:sldId id="266" r:id="rId10"/>
    <p:sldId id="262" r:id="rId11"/>
    <p:sldId id="263" r:id="rId12"/>
    <p:sldId id="264" r:id="rId13"/>
    <p:sldId id="265" r:id="rId14"/>
    <p:sldId id="270" r:id="rId15"/>
    <p:sldId id="267" r:id="rId16"/>
    <p:sldId id="268" r:id="rId17"/>
    <p:sldId id="272" r:id="rId18"/>
    <p:sldId id="273" r:id="rId19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DB1B88-CA31-4243-9D44-FE61F0550ED3}" v="31" dt="2025-11-13T00:42:21.199"/>
    <p1510:client id="{873D5AE5-3024-424D-AC8F-770CA8D2DF40}" v="14" dt="2025-11-13T08:32:22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7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Arthur Andersen" userId="978b804b-c051-4d79-a4a3-02cf7427b67f" providerId="ADAL" clId="{7CDB1B88-CA31-4243-9D44-FE61F0550ED3}"/>
    <pc:docChg chg="undo custSel addSld delSld modSld sldOrd">
      <pc:chgData name="Martin Arthur Andersen" userId="978b804b-c051-4d79-a4a3-02cf7427b67f" providerId="ADAL" clId="{7CDB1B88-CA31-4243-9D44-FE61F0550ED3}" dt="2025-11-13T00:43:14.334" v="271" actId="20577"/>
      <pc:docMkLst>
        <pc:docMk/>
      </pc:docMkLst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891746842" sldId="259"/>
        </pc:sldMkLst>
      </pc:sldChg>
      <pc:sldChg chg="modSp new mod">
        <pc:chgData name="Martin Arthur Andersen" userId="978b804b-c051-4d79-a4a3-02cf7427b67f" providerId="ADAL" clId="{7CDB1B88-CA31-4243-9D44-FE61F0550ED3}" dt="2025-11-13T00:13:19.882" v="151" actId="20577"/>
        <pc:sldMkLst>
          <pc:docMk/>
          <pc:sldMk cId="3171514883" sldId="259"/>
        </pc:sldMkLst>
        <pc:spChg chg="mod">
          <ac:chgData name="Martin Arthur Andersen" userId="978b804b-c051-4d79-a4a3-02cf7427b67f" providerId="ADAL" clId="{7CDB1B88-CA31-4243-9D44-FE61F0550ED3}" dt="2025-11-13T00:13:19.882" v="151" actId="20577"/>
          <ac:spMkLst>
            <pc:docMk/>
            <pc:sldMk cId="3171514883" sldId="259"/>
            <ac:spMk id="2" creationId="{C4CEB855-A10D-9213-2A43-50D693793E51}"/>
          </ac:spMkLst>
        </pc:spChg>
        <pc:spChg chg="mod">
          <ac:chgData name="Martin Arthur Andersen" userId="978b804b-c051-4d79-a4a3-02cf7427b67f" providerId="ADAL" clId="{7CDB1B88-CA31-4243-9D44-FE61F0550ED3}" dt="2025-11-13T00:03:16.463" v="46" actId="27636"/>
          <ac:spMkLst>
            <pc:docMk/>
            <pc:sldMk cId="3171514883" sldId="259"/>
            <ac:spMk id="3" creationId="{1028EB47-75B5-6185-E78D-F06408FEA17D}"/>
          </ac:spMkLst>
        </pc:spChg>
      </pc:sldChg>
      <pc:sldChg chg="new del">
        <pc:chgData name="Martin Arthur Andersen" userId="978b804b-c051-4d79-a4a3-02cf7427b67f" providerId="ADAL" clId="{7CDB1B88-CA31-4243-9D44-FE61F0550ED3}" dt="2025-11-13T00:00:29.135" v="2" actId="47"/>
        <pc:sldMkLst>
          <pc:docMk/>
          <pc:sldMk cId="4195650980" sldId="259"/>
        </pc:sldMkLst>
      </pc:sldChg>
      <pc:sldChg chg="modSp add mod">
        <pc:chgData name="Martin Arthur Andersen" userId="978b804b-c051-4d79-a4a3-02cf7427b67f" providerId="ADAL" clId="{7CDB1B88-CA31-4243-9D44-FE61F0550ED3}" dt="2025-11-13T00:03:30.958" v="49" actId="27636"/>
        <pc:sldMkLst>
          <pc:docMk/>
          <pc:sldMk cId="244051733" sldId="260"/>
        </pc:sldMkLst>
        <pc:spChg chg="mod">
          <ac:chgData name="Martin Arthur Andersen" userId="978b804b-c051-4d79-a4a3-02cf7427b67f" providerId="ADAL" clId="{7CDB1B88-CA31-4243-9D44-FE61F0550ED3}" dt="2025-11-13T00:03:30.958" v="49" actId="27636"/>
          <ac:spMkLst>
            <pc:docMk/>
            <pc:sldMk cId="244051733" sldId="260"/>
            <ac:spMk id="3" creationId="{B22EE64F-AA2D-59D0-2E89-6416B76BEB77}"/>
          </ac:spMkLst>
        </pc:spChg>
      </pc:sldChg>
      <pc:sldChg chg="modSp new del mod">
        <pc:chgData name="Martin Arthur Andersen" userId="978b804b-c051-4d79-a4a3-02cf7427b67f" providerId="ADAL" clId="{7CDB1B88-CA31-4243-9D44-FE61F0550ED3}" dt="2025-11-13T00:02:55.074" v="24" actId="680"/>
        <pc:sldMkLst>
          <pc:docMk/>
          <pc:sldMk cId="479815769" sldId="260"/>
        </pc:sldMkLst>
        <pc:spChg chg="mod">
          <ac:chgData name="Martin Arthur Andersen" userId="978b804b-c051-4d79-a4a3-02cf7427b67f" providerId="ADAL" clId="{7CDB1B88-CA31-4243-9D44-FE61F0550ED3}" dt="2025-11-13T00:02:55.074" v="24" actId="680"/>
          <ac:spMkLst>
            <pc:docMk/>
            <pc:sldMk cId="479815769" sldId="260"/>
            <ac:spMk id="2" creationId="{0EDCA40B-497F-F92E-6F07-B6F25AB80608}"/>
          </ac:spMkLst>
        </pc:spChg>
        <pc:spChg chg="mod">
          <ac:chgData name="Martin Arthur Andersen" userId="978b804b-c051-4d79-a4a3-02cf7427b67f" providerId="ADAL" clId="{7CDB1B88-CA31-4243-9D44-FE61F0550ED3}" dt="2025-11-13T00:02:54.694" v="23"/>
          <ac:spMkLst>
            <pc:docMk/>
            <pc:sldMk cId="479815769" sldId="260"/>
            <ac:spMk id="3" creationId="{E6D03BE2-6B45-B050-8640-00BF9F17916C}"/>
          </ac:spMkLst>
        </pc:spChg>
      </pc:sldChg>
      <pc:sldChg chg="new del">
        <pc:chgData name="Martin Arthur Andersen" userId="978b804b-c051-4d79-a4a3-02cf7427b67f" providerId="ADAL" clId="{7CDB1B88-CA31-4243-9D44-FE61F0550ED3}" dt="2025-11-13T00:03:36.572" v="51" actId="47"/>
        <pc:sldMkLst>
          <pc:docMk/>
          <pc:sldMk cId="2088858283" sldId="261"/>
        </pc:sldMkLst>
      </pc:sldChg>
      <pc:sldChg chg="modSp new mod">
        <pc:chgData name="Martin Arthur Andersen" userId="978b804b-c051-4d79-a4a3-02cf7427b67f" providerId="ADAL" clId="{7CDB1B88-CA31-4243-9D44-FE61F0550ED3}" dt="2025-11-13T00:13:07.358" v="135" actId="20577"/>
        <pc:sldMkLst>
          <pc:docMk/>
          <pc:sldMk cId="2216733223" sldId="261"/>
        </pc:sldMkLst>
        <pc:spChg chg="mod">
          <ac:chgData name="Martin Arthur Andersen" userId="978b804b-c051-4d79-a4a3-02cf7427b67f" providerId="ADAL" clId="{7CDB1B88-CA31-4243-9D44-FE61F0550ED3}" dt="2025-11-13T00:13:07.358" v="135" actId="20577"/>
          <ac:spMkLst>
            <pc:docMk/>
            <pc:sldMk cId="2216733223" sldId="261"/>
            <ac:spMk id="2" creationId="{3A90B3AA-65D1-E92E-8EC3-9A739C06D599}"/>
          </ac:spMkLst>
        </pc:spChg>
        <pc:spChg chg="mod">
          <ac:chgData name="Martin Arthur Andersen" userId="978b804b-c051-4d79-a4a3-02cf7427b67f" providerId="ADAL" clId="{7CDB1B88-CA31-4243-9D44-FE61F0550ED3}" dt="2025-11-13T00:04:47.692" v="63" actId="27636"/>
          <ac:spMkLst>
            <pc:docMk/>
            <pc:sldMk cId="2216733223" sldId="261"/>
            <ac:spMk id="3" creationId="{D020BB98-4824-C462-1AB5-719615D7E50B}"/>
          </ac:spMkLst>
        </pc:spChg>
      </pc:sldChg>
      <pc:sldChg chg="modSp new mod">
        <pc:chgData name="Martin Arthur Andersen" userId="978b804b-c051-4d79-a4a3-02cf7427b67f" providerId="ADAL" clId="{7CDB1B88-CA31-4243-9D44-FE61F0550ED3}" dt="2025-11-13T00:06:32.201" v="68" actId="27636"/>
        <pc:sldMkLst>
          <pc:docMk/>
          <pc:sldMk cId="866019500" sldId="262"/>
        </pc:sldMkLst>
        <pc:spChg chg="mod">
          <ac:chgData name="Martin Arthur Andersen" userId="978b804b-c051-4d79-a4a3-02cf7427b67f" providerId="ADAL" clId="{7CDB1B88-CA31-4243-9D44-FE61F0550ED3}" dt="2025-11-13T00:06:32.199" v="67" actId="27636"/>
          <ac:spMkLst>
            <pc:docMk/>
            <pc:sldMk cId="866019500" sldId="262"/>
            <ac:spMk id="2" creationId="{B69B1D68-12CA-AF75-54CE-B0A5C114E578}"/>
          </ac:spMkLst>
        </pc:spChg>
        <pc:spChg chg="mod">
          <ac:chgData name="Martin Arthur Andersen" userId="978b804b-c051-4d79-a4a3-02cf7427b67f" providerId="ADAL" clId="{7CDB1B88-CA31-4243-9D44-FE61F0550ED3}" dt="2025-11-13T00:06:32.201" v="68" actId="27636"/>
          <ac:spMkLst>
            <pc:docMk/>
            <pc:sldMk cId="866019500" sldId="262"/>
            <ac:spMk id="3" creationId="{A401A536-7EEE-20BB-2ED4-EF2CAA23EE86}"/>
          </ac:spMkLst>
        </pc:spChg>
      </pc:sldChg>
      <pc:sldChg chg="modSp new mod ord">
        <pc:chgData name="Martin Arthur Andersen" userId="978b804b-c051-4d79-a4a3-02cf7427b67f" providerId="ADAL" clId="{7CDB1B88-CA31-4243-9D44-FE61F0550ED3}" dt="2025-11-13T00:14:18.508" v="155"/>
        <pc:sldMkLst>
          <pc:docMk/>
          <pc:sldMk cId="2095864414" sldId="263"/>
        </pc:sldMkLst>
        <pc:spChg chg="mod">
          <ac:chgData name="Martin Arthur Andersen" userId="978b804b-c051-4d79-a4a3-02cf7427b67f" providerId="ADAL" clId="{7CDB1B88-CA31-4243-9D44-FE61F0550ED3}" dt="2025-11-13T00:06:56.280" v="72" actId="27636"/>
          <ac:spMkLst>
            <pc:docMk/>
            <pc:sldMk cId="2095864414" sldId="263"/>
            <ac:spMk id="2" creationId="{3B0331B6-2412-D623-C6DB-2C369E6B8508}"/>
          </ac:spMkLst>
        </pc:spChg>
        <pc:spChg chg="mod">
          <ac:chgData name="Martin Arthur Andersen" userId="978b804b-c051-4d79-a4a3-02cf7427b67f" providerId="ADAL" clId="{7CDB1B88-CA31-4243-9D44-FE61F0550ED3}" dt="2025-11-13T00:06:56.269" v="71"/>
          <ac:spMkLst>
            <pc:docMk/>
            <pc:sldMk cId="2095864414" sldId="263"/>
            <ac:spMk id="3" creationId="{9FEEB48B-15E9-6233-8BA5-77756CC96AE3}"/>
          </ac:spMkLst>
        </pc:spChg>
      </pc:sldChg>
      <pc:sldChg chg="modSp new mod">
        <pc:chgData name="Martin Arthur Andersen" userId="978b804b-c051-4d79-a4a3-02cf7427b67f" providerId="ADAL" clId="{7CDB1B88-CA31-4243-9D44-FE61F0550ED3}" dt="2025-11-13T00:12:08.106" v="103" actId="27636"/>
        <pc:sldMkLst>
          <pc:docMk/>
          <pc:sldMk cId="3016342302" sldId="264"/>
        </pc:sldMkLst>
        <pc:spChg chg="mod">
          <ac:chgData name="Martin Arthur Andersen" userId="978b804b-c051-4d79-a4a3-02cf7427b67f" providerId="ADAL" clId="{7CDB1B88-CA31-4243-9D44-FE61F0550ED3}" dt="2025-11-13T00:10:04.999" v="101" actId="27636"/>
          <ac:spMkLst>
            <pc:docMk/>
            <pc:sldMk cId="3016342302" sldId="264"/>
            <ac:spMk id="2" creationId="{98F8FD5F-0E0A-BFCF-C312-36BE9837E424}"/>
          </ac:spMkLst>
        </pc:spChg>
        <pc:spChg chg="mod">
          <ac:chgData name="Martin Arthur Andersen" userId="978b804b-c051-4d79-a4a3-02cf7427b67f" providerId="ADAL" clId="{7CDB1B88-CA31-4243-9D44-FE61F0550ED3}" dt="2025-11-13T00:12:08.106" v="103" actId="27636"/>
          <ac:spMkLst>
            <pc:docMk/>
            <pc:sldMk cId="3016342302" sldId="264"/>
            <ac:spMk id="3" creationId="{761BFF9D-3593-5C1D-527D-7C6F5173D4F6}"/>
          </ac:spMkLst>
        </pc:spChg>
      </pc:sldChg>
      <pc:sldChg chg="addSp delSp modSp new mod">
        <pc:chgData name="Martin Arthur Andersen" userId="978b804b-c051-4d79-a4a3-02cf7427b67f" providerId="ADAL" clId="{7CDB1B88-CA31-4243-9D44-FE61F0550ED3}" dt="2025-11-13T00:22:40.681" v="157" actId="21"/>
        <pc:sldMkLst>
          <pc:docMk/>
          <pc:sldMk cId="802279016" sldId="265"/>
        </pc:sldMkLst>
        <pc:spChg chg="mod">
          <ac:chgData name="Martin Arthur Andersen" userId="978b804b-c051-4d79-a4a3-02cf7427b67f" providerId="ADAL" clId="{7CDB1B88-CA31-4243-9D44-FE61F0550ED3}" dt="2025-11-13T00:12:27.189" v="108" actId="27636"/>
          <ac:spMkLst>
            <pc:docMk/>
            <pc:sldMk cId="802279016" sldId="265"/>
            <ac:spMk id="2" creationId="{E4ABC8FE-FE4F-E76B-AEED-186E687DA231}"/>
          </ac:spMkLst>
        </pc:spChg>
        <pc:spChg chg="mod">
          <ac:chgData name="Martin Arthur Andersen" userId="978b804b-c051-4d79-a4a3-02cf7427b67f" providerId="ADAL" clId="{7CDB1B88-CA31-4243-9D44-FE61F0550ED3}" dt="2025-11-13T00:12:30.850" v="112" actId="20577"/>
          <ac:spMkLst>
            <pc:docMk/>
            <pc:sldMk cId="802279016" sldId="265"/>
            <ac:spMk id="3" creationId="{8A656197-41A0-75F7-0152-FDF77F0AF2FB}"/>
          </ac:spMkLst>
        </pc:spChg>
        <pc:picChg chg="add del mod">
          <ac:chgData name="Martin Arthur Andersen" userId="978b804b-c051-4d79-a4a3-02cf7427b67f" providerId="ADAL" clId="{7CDB1B88-CA31-4243-9D44-FE61F0550ED3}" dt="2025-11-13T00:22:40.681" v="157" actId="21"/>
          <ac:picMkLst>
            <pc:docMk/>
            <pc:sldMk cId="802279016" sldId="265"/>
            <ac:picMk id="8" creationId="{99657FB2-82FF-CD88-7CE0-621573DD5E2A}"/>
          </ac:picMkLst>
        </pc:picChg>
      </pc:sldChg>
      <pc:sldChg chg="modSp new del mod">
        <pc:chgData name="Martin Arthur Andersen" userId="978b804b-c051-4d79-a4a3-02cf7427b67f" providerId="ADAL" clId="{7CDB1B88-CA31-4243-9D44-FE61F0550ED3}" dt="2025-11-13T00:10:01.931" v="97" actId="680"/>
        <pc:sldMkLst>
          <pc:docMk/>
          <pc:sldMk cId="4076880681" sldId="265"/>
        </pc:sldMkLst>
        <pc:spChg chg="mod">
          <ac:chgData name="Martin Arthur Andersen" userId="978b804b-c051-4d79-a4a3-02cf7427b67f" providerId="ADAL" clId="{7CDB1B88-CA31-4243-9D44-FE61F0550ED3}" dt="2025-11-13T00:10:01.931" v="97" actId="680"/>
          <ac:spMkLst>
            <pc:docMk/>
            <pc:sldMk cId="4076880681" sldId="265"/>
            <ac:spMk id="2" creationId="{892E4470-8E3F-A598-9E5F-B84831B0C94C}"/>
          </ac:spMkLst>
        </pc:spChg>
        <pc:spChg chg="mod">
          <ac:chgData name="Martin Arthur Andersen" userId="978b804b-c051-4d79-a4a3-02cf7427b67f" providerId="ADAL" clId="{7CDB1B88-CA31-4243-9D44-FE61F0550ED3}" dt="2025-11-13T00:10:01.441" v="95"/>
          <ac:spMkLst>
            <pc:docMk/>
            <pc:sldMk cId="4076880681" sldId="265"/>
            <ac:spMk id="3" creationId="{E5FD3BD6-760C-7CD7-354C-5E92E44CAA3A}"/>
          </ac:spMkLst>
        </pc:spChg>
      </pc:sldChg>
      <pc:sldChg chg="modSp new del mod">
        <pc:chgData name="Martin Arthur Andersen" userId="978b804b-c051-4d79-a4a3-02cf7427b67f" providerId="ADAL" clId="{7CDB1B88-CA31-4243-9D44-FE61F0550ED3}" dt="2025-11-13T00:10:00.669" v="92" actId="680"/>
        <pc:sldMkLst>
          <pc:docMk/>
          <pc:sldMk cId="2233281186" sldId="266"/>
        </pc:sldMkLst>
        <pc:spChg chg="mod">
          <ac:chgData name="Martin Arthur Andersen" userId="978b804b-c051-4d79-a4a3-02cf7427b67f" providerId="ADAL" clId="{7CDB1B88-CA31-4243-9D44-FE61F0550ED3}" dt="2025-11-13T00:10:00.669" v="92" actId="680"/>
          <ac:spMkLst>
            <pc:docMk/>
            <pc:sldMk cId="2233281186" sldId="266"/>
            <ac:spMk id="2" creationId="{545EF2DF-419D-7E1A-B635-1DAA56A1D479}"/>
          </ac:spMkLst>
        </pc:spChg>
        <pc:spChg chg="mod">
          <ac:chgData name="Martin Arthur Andersen" userId="978b804b-c051-4d79-a4a3-02cf7427b67f" providerId="ADAL" clId="{7CDB1B88-CA31-4243-9D44-FE61F0550ED3}" dt="2025-11-13T00:09:57.642" v="90"/>
          <ac:spMkLst>
            <pc:docMk/>
            <pc:sldMk cId="2233281186" sldId="266"/>
            <ac:spMk id="3" creationId="{C6F58D51-19A8-EC89-FC43-F53AFD563657}"/>
          </ac:spMkLst>
        </pc:spChg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763681654" sldId="266"/>
        </pc:sldMkLst>
      </pc:sldChg>
      <pc:sldChg chg="addSp modSp new mod">
        <pc:chgData name="Martin Arthur Andersen" userId="978b804b-c051-4d79-a4a3-02cf7427b67f" providerId="ADAL" clId="{7CDB1B88-CA31-4243-9D44-FE61F0550ED3}" dt="2025-11-13T00:22:51.388" v="160" actId="27636"/>
        <pc:sldMkLst>
          <pc:docMk/>
          <pc:sldMk cId="3324986671" sldId="266"/>
        </pc:sldMkLst>
        <pc:spChg chg="mod">
          <ac:chgData name="Martin Arthur Andersen" userId="978b804b-c051-4d79-a4a3-02cf7427b67f" providerId="ADAL" clId="{7CDB1B88-CA31-4243-9D44-FE61F0550ED3}" dt="2025-11-13T00:22:51.388" v="160" actId="27636"/>
          <ac:spMkLst>
            <pc:docMk/>
            <pc:sldMk cId="3324986671" sldId="266"/>
            <ac:spMk id="2" creationId="{1EEEA569-FDF3-6F90-4C9C-6A9662083AF6}"/>
          </ac:spMkLst>
        </pc:spChg>
        <pc:picChg chg="add mod">
          <ac:chgData name="Martin Arthur Andersen" userId="978b804b-c051-4d79-a4a3-02cf7427b67f" providerId="ADAL" clId="{7CDB1B88-CA31-4243-9D44-FE61F0550ED3}" dt="2025-11-13T00:22:51.344" v="159"/>
          <ac:picMkLst>
            <pc:docMk/>
            <pc:sldMk cId="3324986671" sldId="266"/>
            <ac:picMk id="8" creationId="{99657FB2-82FF-CD88-7CE0-621573DD5E2A}"/>
          </ac:picMkLst>
        </pc:picChg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3700865939" sldId="267"/>
        </pc:sldMkLst>
      </pc:sldChg>
      <pc:sldChg chg="modSp new mod">
        <pc:chgData name="Martin Arthur Andersen" userId="978b804b-c051-4d79-a4a3-02cf7427b67f" providerId="ADAL" clId="{7CDB1B88-CA31-4243-9D44-FE61F0550ED3}" dt="2025-11-13T00:38:21.772" v="231" actId="27636"/>
        <pc:sldMkLst>
          <pc:docMk/>
          <pc:sldMk cId="4015722312" sldId="267"/>
        </pc:sldMkLst>
        <pc:spChg chg="mod">
          <ac:chgData name="Martin Arthur Andersen" userId="978b804b-c051-4d79-a4a3-02cf7427b67f" providerId="ADAL" clId="{7CDB1B88-CA31-4243-9D44-FE61F0550ED3}" dt="2025-11-13T00:25:31.322" v="163" actId="27636"/>
          <ac:spMkLst>
            <pc:docMk/>
            <pc:sldMk cId="4015722312" sldId="267"/>
            <ac:spMk id="2" creationId="{8B957B53-2BC3-BB19-90A9-D29FC4936C5E}"/>
          </ac:spMkLst>
        </pc:spChg>
        <pc:spChg chg="mod">
          <ac:chgData name="Martin Arthur Andersen" userId="978b804b-c051-4d79-a4a3-02cf7427b67f" providerId="ADAL" clId="{7CDB1B88-CA31-4243-9D44-FE61F0550ED3}" dt="2025-11-13T00:38:21.772" v="231" actId="27636"/>
          <ac:spMkLst>
            <pc:docMk/>
            <pc:sldMk cId="4015722312" sldId="267"/>
            <ac:spMk id="3" creationId="{B1048FE8-19BA-1FDB-C0D8-0ABBA8C21032}"/>
          </ac:spMkLst>
        </pc:spChg>
      </pc:sldChg>
      <pc:sldChg chg="modSp new mod">
        <pc:chgData name="Martin Arthur Andersen" userId="978b804b-c051-4d79-a4a3-02cf7427b67f" providerId="ADAL" clId="{7CDB1B88-CA31-4243-9D44-FE61F0550ED3}" dt="2025-11-13T00:38:43.070" v="233" actId="27636"/>
        <pc:sldMkLst>
          <pc:docMk/>
          <pc:sldMk cId="2433901898" sldId="268"/>
        </pc:sldMkLst>
        <pc:spChg chg="mod">
          <ac:chgData name="Martin Arthur Andersen" userId="978b804b-c051-4d79-a4a3-02cf7427b67f" providerId="ADAL" clId="{7CDB1B88-CA31-4243-9D44-FE61F0550ED3}" dt="2025-11-13T00:25:48.994" v="174" actId="27636"/>
          <ac:spMkLst>
            <pc:docMk/>
            <pc:sldMk cId="2433901898" sldId="268"/>
            <ac:spMk id="2" creationId="{CB0FABD1-984B-CC85-C088-50E01B1E8AED}"/>
          </ac:spMkLst>
        </pc:spChg>
        <pc:spChg chg="mod">
          <ac:chgData name="Martin Arthur Andersen" userId="978b804b-c051-4d79-a4a3-02cf7427b67f" providerId="ADAL" clId="{7CDB1B88-CA31-4243-9D44-FE61F0550ED3}" dt="2025-11-13T00:38:43.070" v="233" actId="27636"/>
          <ac:spMkLst>
            <pc:docMk/>
            <pc:sldMk cId="2433901898" sldId="268"/>
            <ac:spMk id="3" creationId="{5FE0B25B-B6E7-30B7-92F5-EFC5B6C512F3}"/>
          </ac:spMkLst>
        </pc:spChg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687326159" sldId="268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461947955" sldId="269"/>
        </pc:sldMkLst>
      </pc:sldChg>
      <pc:sldChg chg="modSp new del mod ord">
        <pc:chgData name="Martin Arthur Andersen" userId="978b804b-c051-4d79-a4a3-02cf7427b67f" providerId="ADAL" clId="{7CDB1B88-CA31-4243-9D44-FE61F0550ED3}" dt="2025-11-13T00:36:17.110" v="229" actId="47"/>
        <pc:sldMkLst>
          <pc:docMk/>
          <pc:sldMk cId="3991428036" sldId="269"/>
        </pc:sldMkLst>
        <pc:spChg chg="mod">
          <ac:chgData name="Martin Arthur Andersen" userId="978b804b-c051-4d79-a4a3-02cf7427b67f" providerId="ADAL" clId="{7CDB1B88-CA31-4243-9D44-FE61F0550ED3}" dt="2025-11-13T00:36:08.372" v="226" actId="20577"/>
          <ac:spMkLst>
            <pc:docMk/>
            <pc:sldMk cId="3991428036" sldId="269"/>
            <ac:spMk id="2" creationId="{961E5B28-9EDD-A26A-489F-8257B4156301}"/>
          </ac:spMkLst>
        </pc:spChg>
      </pc:sldChg>
      <pc:sldChg chg="add">
        <pc:chgData name="Martin Arthur Andersen" userId="978b804b-c051-4d79-a4a3-02cf7427b67f" providerId="ADAL" clId="{7CDB1B88-CA31-4243-9D44-FE61F0550ED3}" dt="2025-11-13T00:35:27.565" v="212" actId="2890"/>
        <pc:sldMkLst>
          <pc:docMk/>
          <pc:sldMk cId="34119401" sldId="270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3885866363" sldId="270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495544751" sldId="271"/>
        </pc:sldMkLst>
      </pc:sldChg>
      <pc:sldChg chg="new del">
        <pc:chgData name="Martin Arthur Andersen" userId="978b804b-c051-4d79-a4a3-02cf7427b67f" providerId="ADAL" clId="{7CDB1B88-CA31-4243-9D44-FE61F0550ED3}" dt="2025-11-13T00:40:03.748" v="236" actId="47"/>
        <pc:sldMkLst>
          <pc:docMk/>
          <pc:sldMk cId="3461344583" sldId="271"/>
        </pc:sldMkLst>
      </pc:sldChg>
      <pc:sldChg chg="modSp new mod">
        <pc:chgData name="Martin Arthur Andersen" userId="978b804b-c051-4d79-a4a3-02cf7427b67f" providerId="ADAL" clId="{7CDB1B88-CA31-4243-9D44-FE61F0550ED3}" dt="2025-11-13T00:40:06.476" v="240" actId="27636"/>
        <pc:sldMkLst>
          <pc:docMk/>
          <pc:sldMk cId="1968574359" sldId="272"/>
        </pc:sldMkLst>
        <pc:spChg chg="mod">
          <ac:chgData name="Martin Arthur Andersen" userId="978b804b-c051-4d79-a4a3-02cf7427b67f" providerId="ADAL" clId="{7CDB1B88-CA31-4243-9D44-FE61F0550ED3}" dt="2025-11-13T00:40:06.468" v="239" actId="27636"/>
          <ac:spMkLst>
            <pc:docMk/>
            <pc:sldMk cId="1968574359" sldId="272"/>
            <ac:spMk id="2" creationId="{5112487F-5289-F9CE-26C6-0AC74E0B1F80}"/>
          </ac:spMkLst>
        </pc:spChg>
        <pc:spChg chg="mod">
          <ac:chgData name="Martin Arthur Andersen" userId="978b804b-c051-4d79-a4a3-02cf7427b67f" providerId="ADAL" clId="{7CDB1B88-CA31-4243-9D44-FE61F0550ED3}" dt="2025-11-13T00:40:06.476" v="240" actId="27636"/>
          <ac:spMkLst>
            <pc:docMk/>
            <pc:sldMk cId="1968574359" sldId="272"/>
            <ac:spMk id="3" creationId="{60E9373F-8871-2617-09FD-A7985751F09A}"/>
          </ac:spMkLst>
        </pc:spChg>
      </pc:sldChg>
      <pc:sldChg chg="modSp new mod">
        <pc:chgData name="Martin Arthur Andersen" userId="978b804b-c051-4d79-a4a3-02cf7427b67f" providerId="ADAL" clId="{7CDB1B88-CA31-4243-9D44-FE61F0550ED3}" dt="2025-11-13T00:43:14.334" v="271" actId="20577"/>
        <pc:sldMkLst>
          <pc:docMk/>
          <pc:sldMk cId="1401023602" sldId="273"/>
        </pc:sldMkLst>
        <pc:spChg chg="mod">
          <ac:chgData name="Martin Arthur Andersen" userId="978b804b-c051-4d79-a4a3-02cf7427b67f" providerId="ADAL" clId="{7CDB1B88-CA31-4243-9D44-FE61F0550ED3}" dt="2025-11-13T00:42:19.190" v="247" actId="27636"/>
          <ac:spMkLst>
            <pc:docMk/>
            <pc:sldMk cId="1401023602" sldId="273"/>
            <ac:spMk id="2" creationId="{F1DDD3A5-6BE4-83B5-4BE6-8E3E4A8BADDF}"/>
          </ac:spMkLst>
        </pc:spChg>
        <pc:spChg chg="mod">
          <ac:chgData name="Martin Arthur Andersen" userId="978b804b-c051-4d79-a4a3-02cf7427b67f" providerId="ADAL" clId="{7CDB1B88-CA31-4243-9D44-FE61F0550ED3}" dt="2025-11-13T00:43:14.334" v="271" actId="20577"/>
          <ac:spMkLst>
            <pc:docMk/>
            <pc:sldMk cId="1401023602" sldId="273"/>
            <ac:spMk id="3" creationId="{1012E278-A17B-9615-16A4-05E5CCB9F363}"/>
          </ac:spMkLst>
        </pc:spChg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1604015705" sldId="273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741375307" sldId="274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3167686482" sldId="275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2060132444" sldId="276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1978232944" sldId="277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3883749787" sldId="278"/>
        </pc:sldMkLst>
      </pc:sldChg>
      <pc:sldChg chg="del">
        <pc:chgData name="Martin Arthur Andersen" userId="978b804b-c051-4d79-a4a3-02cf7427b67f" providerId="ADAL" clId="{7CDB1B88-CA31-4243-9D44-FE61F0550ED3}" dt="2025-11-13T00:00:25.351" v="0" actId="47"/>
        <pc:sldMkLst>
          <pc:docMk/>
          <pc:sldMk cId="1662667199" sldId="279"/>
        </pc:sldMkLst>
      </pc:sldChg>
    </pc:docChg>
  </pc:docChgLst>
  <pc:docChgLst>
    <pc:chgData name="Martin Arthur Andersen" userId="978b804b-c051-4d79-a4a3-02cf7427b67f" providerId="ADAL" clId="{89463D13-F624-49B8-89C1-5E8BC87ADD15}"/>
    <pc:docChg chg="custSel addSld modSld">
      <pc:chgData name="Martin Arthur Andersen" userId="978b804b-c051-4d79-a4a3-02cf7427b67f" providerId="ADAL" clId="{89463D13-F624-49B8-89C1-5E8BC87ADD15}" dt="2025-11-13T08:32:22.949" v="61" actId="27636"/>
      <pc:docMkLst>
        <pc:docMk/>
      </pc:docMkLst>
      <pc:sldChg chg="modSp mod">
        <pc:chgData name="Martin Arthur Andersen" userId="978b804b-c051-4d79-a4a3-02cf7427b67f" providerId="ADAL" clId="{89463D13-F624-49B8-89C1-5E8BC87ADD15}" dt="2025-11-13T08:28:58.295" v="11" actId="20577"/>
        <pc:sldMkLst>
          <pc:docMk/>
          <pc:sldMk cId="1509090367" sldId="258"/>
        </pc:sldMkLst>
        <pc:spChg chg="mod">
          <ac:chgData name="Martin Arthur Andersen" userId="978b804b-c051-4d79-a4a3-02cf7427b67f" providerId="ADAL" clId="{89463D13-F624-49B8-89C1-5E8BC87ADD15}" dt="2025-11-13T08:28:58.295" v="11" actId="20577"/>
          <ac:spMkLst>
            <pc:docMk/>
            <pc:sldMk cId="1509090367" sldId="258"/>
            <ac:spMk id="6" creationId="{00000000-0000-0000-0000-000000000000}"/>
          </ac:spMkLst>
        </pc:spChg>
      </pc:sldChg>
      <pc:sldChg chg="modSp">
        <pc:chgData name="Martin Arthur Andersen" userId="978b804b-c051-4d79-a4a3-02cf7427b67f" providerId="ADAL" clId="{89463D13-F624-49B8-89C1-5E8BC87ADD15}" dt="2025-11-13T08:29:07.189" v="12"/>
        <pc:sldMkLst>
          <pc:docMk/>
          <pc:sldMk cId="3171514883" sldId="259"/>
        </pc:sldMkLst>
        <pc:spChg chg="mod">
          <ac:chgData name="Martin Arthur Andersen" userId="978b804b-c051-4d79-a4a3-02cf7427b67f" providerId="ADAL" clId="{89463D13-F624-49B8-89C1-5E8BC87ADD15}" dt="2025-11-13T08:29:07.189" v="12"/>
          <ac:spMkLst>
            <pc:docMk/>
            <pc:sldMk cId="3171514883" sldId="259"/>
            <ac:spMk id="5" creationId="{51781F81-0787-6A63-705D-CE70C34F80BE}"/>
          </ac:spMkLst>
        </pc:spChg>
      </pc:sldChg>
      <pc:sldChg chg="modSp">
        <pc:chgData name="Martin Arthur Andersen" userId="978b804b-c051-4d79-a4a3-02cf7427b67f" providerId="ADAL" clId="{89463D13-F624-49B8-89C1-5E8BC87ADD15}" dt="2025-11-13T08:29:09.810" v="13"/>
        <pc:sldMkLst>
          <pc:docMk/>
          <pc:sldMk cId="244051733" sldId="260"/>
        </pc:sldMkLst>
        <pc:spChg chg="mod">
          <ac:chgData name="Martin Arthur Andersen" userId="978b804b-c051-4d79-a4a3-02cf7427b67f" providerId="ADAL" clId="{89463D13-F624-49B8-89C1-5E8BC87ADD15}" dt="2025-11-13T08:29:09.810" v="13"/>
          <ac:spMkLst>
            <pc:docMk/>
            <pc:sldMk cId="244051733" sldId="260"/>
            <ac:spMk id="5" creationId="{A7499FAE-1086-2A2A-5F5E-775D3E547353}"/>
          </ac:spMkLst>
        </pc:spChg>
      </pc:sldChg>
      <pc:sldChg chg="modSp">
        <pc:chgData name="Martin Arthur Andersen" userId="978b804b-c051-4d79-a4a3-02cf7427b67f" providerId="ADAL" clId="{89463D13-F624-49B8-89C1-5E8BC87ADD15}" dt="2025-11-13T08:29:11.946" v="14"/>
        <pc:sldMkLst>
          <pc:docMk/>
          <pc:sldMk cId="2216733223" sldId="261"/>
        </pc:sldMkLst>
        <pc:spChg chg="mod">
          <ac:chgData name="Martin Arthur Andersen" userId="978b804b-c051-4d79-a4a3-02cf7427b67f" providerId="ADAL" clId="{89463D13-F624-49B8-89C1-5E8BC87ADD15}" dt="2025-11-13T08:29:11.946" v="14"/>
          <ac:spMkLst>
            <pc:docMk/>
            <pc:sldMk cId="2216733223" sldId="261"/>
            <ac:spMk id="5" creationId="{1605EA71-AC82-4EF8-0E85-D71D1A40F6BF}"/>
          </ac:spMkLst>
        </pc:spChg>
      </pc:sldChg>
      <pc:sldChg chg="modSp">
        <pc:chgData name="Martin Arthur Andersen" userId="978b804b-c051-4d79-a4a3-02cf7427b67f" providerId="ADAL" clId="{89463D13-F624-49B8-89C1-5E8BC87ADD15}" dt="2025-11-13T08:29:17.072" v="16"/>
        <pc:sldMkLst>
          <pc:docMk/>
          <pc:sldMk cId="866019500" sldId="262"/>
        </pc:sldMkLst>
        <pc:spChg chg="mod">
          <ac:chgData name="Martin Arthur Andersen" userId="978b804b-c051-4d79-a4a3-02cf7427b67f" providerId="ADAL" clId="{89463D13-F624-49B8-89C1-5E8BC87ADD15}" dt="2025-11-13T08:29:17.072" v="16"/>
          <ac:spMkLst>
            <pc:docMk/>
            <pc:sldMk cId="866019500" sldId="262"/>
            <ac:spMk id="5" creationId="{BD029706-7736-10F6-7F14-83B8DD9E84BF}"/>
          </ac:spMkLst>
        </pc:spChg>
      </pc:sldChg>
      <pc:sldChg chg="modSp">
        <pc:chgData name="Martin Arthur Andersen" userId="978b804b-c051-4d79-a4a3-02cf7427b67f" providerId="ADAL" clId="{89463D13-F624-49B8-89C1-5E8BC87ADD15}" dt="2025-11-13T08:29:19.201" v="17"/>
        <pc:sldMkLst>
          <pc:docMk/>
          <pc:sldMk cId="2095864414" sldId="263"/>
        </pc:sldMkLst>
        <pc:spChg chg="mod">
          <ac:chgData name="Martin Arthur Andersen" userId="978b804b-c051-4d79-a4a3-02cf7427b67f" providerId="ADAL" clId="{89463D13-F624-49B8-89C1-5E8BC87ADD15}" dt="2025-11-13T08:29:19.201" v="17"/>
          <ac:spMkLst>
            <pc:docMk/>
            <pc:sldMk cId="2095864414" sldId="263"/>
            <ac:spMk id="5" creationId="{E6CD9930-A589-7A94-C8B5-D19BF73EE2E0}"/>
          </ac:spMkLst>
        </pc:spChg>
      </pc:sldChg>
      <pc:sldChg chg="modSp">
        <pc:chgData name="Martin Arthur Andersen" userId="978b804b-c051-4d79-a4a3-02cf7427b67f" providerId="ADAL" clId="{89463D13-F624-49B8-89C1-5E8BC87ADD15}" dt="2025-11-13T08:29:21.481" v="18"/>
        <pc:sldMkLst>
          <pc:docMk/>
          <pc:sldMk cId="3016342302" sldId="264"/>
        </pc:sldMkLst>
        <pc:spChg chg="mod">
          <ac:chgData name="Martin Arthur Andersen" userId="978b804b-c051-4d79-a4a3-02cf7427b67f" providerId="ADAL" clId="{89463D13-F624-49B8-89C1-5E8BC87ADD15}" dt="2025-11-13T08:29:21.481" v="18"/>
          <ac:spMkLst>
            <pc:docMk/>
            <pc:sldMk cId="3016342302" sldId="264"/>
            <ac:spMk id="5" creationId="{74A56F80-D942-3147-A02B-E84E94C85D10}"/>
          </ac:spMkLst>
        </pc:spChg>
      </pc:sldChg>
      <pc:sldChg chg="modSp">
        <pc:chgData name="Martin Arthur Andersen" userId="978b804b-c051-4d79-a4a3-02cf7427b67f" providerId="ADAL" clId="{89463D13-F624-49B8-89C1-5E8BC87ADD15}" dt="2025-11-13T08:29:23.730" v="19"/>
        <pc:sldMkLst>
          <pc:docMk/>
          <pc:sldMk cId="802279016" sldId="265"/>
        </pc:sldMkLst>
        <pc:spChg chg="mod">
          <ac:chgData name="Martin Arthur Andersen" userId="978b804b-c051-4d79-a4a3-02cf7427b67f" providerId="ADAL" clId="{89463D13-F624-49B8-89C1-5E8BC87ADD15}" dt="2025-11-13T08:29:23.730" v="19"/>
          <ac:spMkLst>
            <pc:docMk/>
            <pc:sldMk cId="802279016" sldId="265"/>
            <ac:spMk id="5" creationId="{A66E41EF-FC79-D754-253C-348DAC55340F}"/>
          </ac:spMkLst>
        </pc:spChg>
      </pc:sldChg>
      <pc:sldChg chg="modSp">
        <pc:chgData name="Martin Arthur Andersen" userId="978b804b-c051-4d79-a4a3-02cf7427b67f" providerId="ADAL" clId="{89463D13-F624-49B8-89C1-5E8BC87ADD15}" dt="2025-11-13T08:29:14.085" v="15"/>
        <pc:sldMkLst>
          <pc:docMk/>
          <pc:sldMk cId="3324986671" sldId="266"/>
        </pc:sldMkLst>
        <pc:spChg chg="mod">
          <ac:chgData name="Martin Arthur Andersen" userId="978b804b-c051-4d79-a4a3-02cf7427b67f" providerId="ADAL" clId="{89463D13-F624-49B8-89C1-5E8BC87ADD15}" dt="2025-11-13T08:29:14.085" v="15"/>
          <ac:spMkLst>
            <pc:docMk/>
            <pc:sldMk cId="3324986671" sldId="266"/>
            <ac:spMk id="5" creationId="{A327DEB1-4AD8-43AC-4CC4-2163FD9F589C}"/>
          </ac:spMkLst>
        </pc:spChg>
      </pc:sldChg>
      <pc:sldChg chg="modSp">
        <pc:chgData name="Martin Arthur Andersen" userId="978b804b-c051-4d79-a4a3-02cf7427b67f" providerId="ADAL" clId="{89463D13-F624-49B8-89C1-5E8BC87ADD15}" dt="2025-11-13T08:29:27.256" v="20"/>
        <pc:sldMkLst>
          <pc:docMk/>
          <pc:sldMk cId="4015722312" sldId="267"/>
        </pc:sldMkLst>
        <pc:spChg chg="mod">
          <ac:chgData name="Martin Arthur Andersen" userId="978b804b-c051-4d79-a4a3-02cf7427b67f" providerId="ADAL" clId="{89463D13-F624-49B8-89C1-5E8BC87ADD15}" dt="2025-11-13T08:29:27.256" v="20"/>
          <ac:spMkLst>
            <pc:docMk/>
            <pc:sldMk cId="4015722312" sldId="267"/>
            <ac:spMk id="5" creationId="{AB654EF6-DD55-DE4B-CDC4-FDD898E17180}"/>
          </ac:spMkLst>
        </pc:spChg>
      </pc:sldChg>
      <pc:sldChg chg="modSp">
        <pc:chgData name="Martin Arthur Andersen" userId="978b804b-c051-4d79-a4a3-02cf7427b67f" providerId="ADAL" clId="{89463D13-F624-49B8-89C1-5E8BC87ADD15}" dt="2025-11-13T08:29:30.612" v="21"/>
        <pc:sldMkLst>
          <pc:docMk/>
          <pc:sldMk cId="2433901898" sldId="268"/>
        </pc:sldMkLst>
        <pc:spChg chg="mod">
          <ac:chgData name="Martin Arthur Andersen" userId="978b804b-c051-4d79-a4a3-02cf7427b67f" providerId="ADAL" clId="{89463D13-F624-49B8-89C1-5E8BC87ADD15}" dt="2025-11-13T08:29:30.612" v="21"/>
          <ac:spMkLst>
            <pc:docMk/>
            <pc:sldMk cId="2433901898" sldId="268"/>
            <ac:spMk id="5" creationId="{97AFCE2D-8CA8-9DF9-0AAC-96A2D7256A8B}"/>
          </ac:spMkLst>
        </pc:spChg>
      </pc:sldChg>
      <pc:sldChg chg="modSp">
        <pc:chgData name="Martin Arthur Andersen" userId="978b804b-c051-4d79-a4a3-02cf7427b67f" providerId="ADAL" clId="{89463D13-F624-49B8-89C1-5E8BC87ADD15}" dt="2025-11-13T08:29:39.527" v="22"/>
        <pc:sldMkLst>
          <pc:docMk/>
          <pc:sldMk cId="1968574359" sldId="272"/>
        </pc:sldMkLst>
        <pc:spChg chg="mod">
          <ac:chgData name="Martin Arthur Andersen" userId="978b804b-c051-4d79-a4a3-02cf7427b67f" providerId="ADAL" clId="{89463D13-F624-49B8-89C1-5E8BC87ADD15}" dt="2025-11-13T08:29:39.527" v="22"/>
          <ac:spMkLst>
            <pc:docMk/>
            <pc:sldMk cId="1968574359" sldId="272"/>
            <ac:spMk id="5" creationId="{DD851FD1-19CA-EF01-D4CF-4C2D6A01C793}"/>
          </ac:spMkLst>
        </pc:spChg>
      </pc:sldChg>
      <pc:sldChg chg="modSp">
        <pc:chgData name="Martin Arthur Andersen" userId="978b804b-c051-4d79-a4a3-02cf7427b67f" providerId="ADAL" clId="{89463D13-F624-49B8-89C1-5E8BC87ADD15}" dt="2025-11-13T08:29:43.208" v="23"/>
        <pc:sldMkLst>
          <pc:docMk/>
          <pc:sldMk cId="1401023602" sldId="273"/>
        </pc:sldMkLst>
        <pc:spChg chg="mod">
          <ac:chgData name="Martin Arthur Andersen" userId="978b804b-c051-4d79-a4a3-02cf7427b67f" providerId="ADAL" clId="{89463D13-F624-49B8-89C1-5E8BC87ADD15}" dt="2025-11-13T08:29:43.208" v="23"/>
          <ac:spMkLst>
            <pc:docMk/>
            <pc:sldMk cId="1401023602" sldId="273"/>
            <ac:spMk id="5" creationId="{B4512382-74C7-836E-133B-B7985F4D55D0}"/>
          </ac:spMkLst>
        </pc:spChg>
      </pc:sldChg>
      <pc:sldChg chg="addSp modSp new mod modClrScheme chgLayout">
        <pc:chgData name="Martin Arthur Andersen" userId="978b804b-c051-4d79-a4a3-02cf7427b67f" providerId="ADAL" clId="{89463D13-F624-49B8-89C1-5E8BC87ADD15}" dt="2025-11-13T08:32:22.949" v="61" actId="27636"/>
        <pc:sldMkLst>
          <pc:docMk/>
          <pc:sldMk cId="4085433860" sldId="274"/>
        </pc:sldMkLst>
        <pc:spChg chg="mod">
          <ac:chgData name="Martin Arthur Andersen" userId="978b804b-c051-4d79-a4a3-02cf7427b67f" providerId="ADAL" clId="{89463D13-F624-49B8-89C1-5E8BC87ADD15}" dt="2025-11-13T08:32:14.344" v="59" actId="26606"/>
          <ac:spMkLst>
            <pc:docMk/>
            <pc:sldMk cId="4085433860" sldId="274"/>
            <ac:spMk id="2" creationId="{67E8F082-6284-A3DA-0D2F-FAC01EB44353}"/>
          </ac:spMkLst>
        </pc:spChg>
        <pc:spChg chg="mod">
          <ac:chgData name="Martin Arthur Andersen" userId="978b804b-c051-4d79-a4a3-02cf7427b67f" providerId="ADAL" clId="{89463D13-F624-49B8-89C1-5E8BC87ADD15}" dt="2025-11-13T08:32:14.344" v="59" actId="26606"/>
          <ac:spMkLst>
            <pc:docMk/>
            <pc:sldMk cId="4085433860" sldId="274"/>
            <ac:spMk id="3" creationId="{EE169F64-3FE6-03C7-B995-A0B03E2D67F8}"/>
          </ac:spMkLst>
        </pc:spChg>
        <pc:spChg chg="mod">
          <ac:chgData name="Martin Arthur Andersen" userId="978b804b-c051-4d79-a4a3-02cf7427b67f" providerId="ADAL" clId="{89463D13-F624-49B8-89C1-5E8BC87ADD15}" dt="2025-11-13T08:32:14.344" v="59" actId="26606"/>
          <ac:spMkLst>
            <pc:docMk/>
            <pc:sldMk cId="4085433860" sldId="274"/>
            <ac:spMk id="4" creationId="{E4DD3A05-267D-5AE0-0F23-BF3FFC90B210}"/>
          </ac:spMkLst>
        </pc:spChg>
        <pc:spChg chg="mod">
          <ac:chgData name="Martin Arthur Andersen" userId="978b804b-c051-4d79-a4a3-02cf7427b67f" providerId="ADAL" clId="{89463D13-F624-49B8-89C1-5E8BC87ADD15}" dt="2025-11-13T08:32:22.949" v="61" actId="27636"/>
          <ac:spMkLst>
            <pc:docMk/>
            <pc:sldMk cId="4085433860" sldId="274"/>
            <ac:spMk id="5" creationId="{58F5DA77-B03A-8E9B-BD5C-4A7384E8A96B}"/>
          </ac:spMkLst>
        </pc:spChg>
        <pc:spChg chg="mod">
          <ac:chgData name="Martin Arthur Andersen" userId="978b804b-c051-4d79-a4a3-02cf7427b67f" providerId="ADAL" clId="{89463D13-F624-49B8-89C1-5E8BC87ADD15}" dt="2025-11-13T08:32:14.344" v="59" actId="26606"/>
          <ac:spMkLst>
            <pc:docMk/>
            <pc:sldMk cId="4085433860" sldId="274"/>
            <ac:spMk id="6" creationId="{76009281-BF93-2AE6-8605-6F67A1DFFFE5}"/>
          </ac:spMkLst>
        </pc:spChg>
        <pc:picChg chg="add mod ord">
          <ac:chgData name="Martin Arthur Andersen" userId="978b804b-c051-4d79-a4a3-02cf7427b67f" providerId="ADAL" clId="{89463D13-F624-49B8-89C1-5E8BC87ADD15}" dt="2025-11-13T08:32:14.344" v="59" actId="26606"/>
          <ac:picMkLst>
            <pc:docMk/>
            <pc:sldMk cId="4085433860" sldId="274"/>
            <ac:picMk id="8" creationId="{5677B36C-BFBE-848A-944D-59CC64481BE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13.11.2025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13.11.2025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13.11.2025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13.11.2025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13.11.2025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13.11.2025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13.11.2025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13.11.2025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13.11.2025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13.11.2025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13.11.2025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 err="1"/>
              <a:t>Keypad</a:t>
            </a:r>
            <a:r>
              <a:rPr lang="nb-NO" dirty="0"/>
              <a:t> + </a:t>
            </a:r>
            <a:r>
              <a:rPr lang="nb-NO" dirty="0" err="1"/>
              <a:t>NeoPixel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13.11.2025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7E8F082-6284-A3DA-0D2F-FAC01EB4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err="1"/>
              <a:t>NeoPixel</a:t>
            </a:r>
            <a:endParaRPr lang="nb-NO" sz="260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E169F64-3FE6-03C7-B995-A0B03E2D6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600"/>
              <a:t>Individuelt adresserbare RGB-LED-dioder i én serie­koblet stripe </a:t>
            </a:r>
          </a:p>
          <a:p>
            <a:pPr>
              <a:lnSpc>
                <a:spcPct val="90000"/>
              </a:lnSpc>
            </a:pPr>
            <a:r>
              <a:rPr lang="nb-NO" sz="1600"/>
              <a:t>Styres vanligvis med én digital datalinje</a:t>
            </a:r>
          </a:p>
          <a:p>
            <a:pPr>
              <a:lnSpc>
                <a:spcPct val="90000"/>
              </a:lnSpc>
            </a:pPr>
            <a:r>
              <a:rPr lang="nb-NO" sz="1600"/>
              <a:t>Hver diode inneholder egen driver som mottar og videresender datasignalet.</a:t>
            </a:r>
          </a:p>
          <a:p>
            <a:pPr>
              <a:lnSpc>
                <a:spcPct val="90000"/>
              </a:lnSpc>
            </a:pPr>
            <a:r>
              <a:rPr lang="nb-NO" sz="1600"/>
              <a:t>Kan vise 24-bit farge (8-bit R, G, B) og ofte 256 nivåer per kanal.</a:t>
            </a:r>
          </a:p>
          <a:p>
            <a:pPr>
              <a:lnSpc>
                <a:spcPct val="90000"/>
              </a:lnSpc>
            </a:pPr>
            <a:r>
              <a:rPr lang="nb-NO" sz="1600"/>
              <a:t>Krever nøyaktig tidsstyrt signalgenerering fra mikrokontrolleren.</a:t>
            </a:r>
          </a:p>
          <a:p>
            <a:pPr>
              <a:lnSpc>
                <a:spcPct val="90000"/>
              </a:lnSpc>
            </a:pPr>
            <a:r>
              <a:rPr lang="nb-NO" sz="1600"/>
              <a:t>Bibliotek som </a:t>
            </a:r>
            <a:r>
              <a:rPr lang="nb-NO" sz="1600" err="1"/>
              <a:t>Adafruit</a:t>
            </a:r>
            <a:r>
              <a:rPr lang="nb-NO" sz="1600"/>
              <a:t> </a:t>
            </a:r>
            <a:r>
              <a:rPr lang="nb-NO" sz="1600" err="1"/>
              <a:t>NeoPixel</a:t>
            </a:r>
            <a:r>
              <a:rPr lang="nb-NO" sz="1600"/>
              <a:t> og </a:t>
            </a:r>
            <a:r>
              <a:rPr lang="nb-NO" sz="1600" err="1"/>
              <a:t>FastLED</a:t>
            </a:r>
            <a:r>
              <a:rPr lang="nb-NO" sz="1600"/>
              <a:t> forenkler bruk i </a:t>
            </a:r>
            <a:r>
              <a:rPr lang="nb-NO" sz="1600" err="1"/>
              <a:t>Arduino</a:t>
            </a:r>
            <a:r>
              <a:rPr lang="nb-NO" sz="1600"/>
              <a:t>-prosjekter.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5677B36C-BFBE-848A-944D-59CC6448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65" r="16678" b="-3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4DD3A05-267D-5AE0-0F23-BF3FFC90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13.11.2025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8F5DA77-B03A-8E9B-BD5C-4A7384E8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6009281-BF93-2AE6-8605-6F67A1DF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543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B855-A10D-9213-2A43-50D69379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EB47-75B5-6185-E78D-F06408FE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dirty="0"/>
              <a:t>#include &lt;</a:t>
            </a:r>
            <a:r>
              <a:rPr lang="nb-NO" dirty="0" err="1"/>
              <a:t>Adafruit_NeoPixel.h</a:t>
            </a:r>
            <a:r>
              <a:rPr lang="nb-NO" dirty="0"/>
              <a:t>&gt;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#define PIN 2	 // input pin </a:t>
            </a:r>
            <a:r>
              <a:rPr lang="nb-NO" dirty="0" err="1"/>
              <a:t>Neopixel</a:t>
            </a:r>
            <a:r>
              <a:rPr lang="nb-NO" dirty="0"/>
              <a:t> is </a:t>
            </a:r>
            <a:r>
              <a:rPr lang="nb-NO" dirty="0" err="1"/>
              <a:t>attached</a:t>
            </a:r>
            <a:r>
              <a:rPr lang="nb-NO" dirty="0"/>
              <a:t> to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#define NUMPIXELS      12 //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neopixels</a:t>
            </a:r>
            <a:r>
              <a:rPr lang="nb-NO" dirty="0"/>
              <a:t> in strip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Adafruit_NeoPixel</a:t>
            </a:r>
            <a:r>
              <a:rPr lang="nb-NO" dirty="0"/>
              <a:t> </a:t>
            </a:r>
            <a:r>
              <a:rPr lang="nb-NO" dirty="0" err="1"/>
              <a:t>pixels</a:t>
            </a:r>
            <a:r>
              <a:rPr lang="nb-NO" dirty="0"/>
              <a:t> = </a:t>
            </a:r>
            <a:r>
              <a:rPr lang="nb-NO" dirty="0" err="1"/>
              <a:t>Adafruit_NeoPixel</a:t>
            </a:r>
            <a:r>
              <a:rPr lang="nb-NO" dirty="0"/>
              <a:t>(NUMPIXELS, PIN, NEO_GRB + NEO_KHZ800);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delayval</a:t>
            </a:r>
            <a:r>
              <a:rPr lang="nb-NO" dirty="0"/>
              <a:t> = 100; // timing </a:t>
            </a:r>
            <a:r>
              <a:rPr lang="nb-NO" dirty="0" err="1"/>
              <a:t>delay</a:t>
            </a:r>
            <a:r>
              <a:rPr lang="nb-NO" dirty="0"/>
              <a:t> in </a:t>
            </a:r>
            <a:r>
              <a:rPr lang="nb-NO" dirty="0" err="1"/>
              <a:t>milliseconds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redColor</a:t>
            </a:r>
            <a:r>
              <a:rPr lang="nb-NO" dirty="0"/>
              <a:t> = 0;</a:t>
            </a:r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greenColor</a:t>
            </a:r>
            <a:r>
              <a:rPr lang="nb-NO" dirty="0"/>
              <a:t> = 0;</a:t>
            </a:r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blueColor</a:t>
            </a:r>
            <a:r>
              <a:rPr lang="nb-NO" dirty="0"/>
              <a:t> = 0;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69D3A-B705-6813-7689-EA32DBD7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81F81-0787-6A63-705D-CE70C34F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9D4F-E5F7-ACAB-AC8F-6EC540D8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151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3473-EE0E-7589-04B2-9DEFB2A9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93C6-9581-E628-FC74-1B7EC0A5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E64F-AA2D-59D0-2E89-6416B76BE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setup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  // </a:t>
            </a:r>
            <a:r>
              <a:rPr lang="nb-NO" dirty="0" err="1"/>
              <a:t>Initialize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NeoPixel</a:t>
            </a:r>
            <a:r>
              <a:rPr lang="nb-NO" dirty="0"/>
              <a:t> </a:t>
            </a:r>
            <a:r>
              <a:rPr lang="nb-NO" dirty="0" err="1"/>
              <a:t>library</a:t>
            </a:r>
            <a:r>
              <a:rPr lang="nb-NO" dirty="0"/>
              <a:t>.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pixels.begin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loop()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setColor</a:t>
            </a:r>
            <a:r>
              <a:rPr lang="nb-NO" dirty="0"/>
              <a:t>();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for (</a:t>
            </a:r>
            <a:r>
              <a:rPr lang="nb-NO" dirty="0" err="1"/>
              <a:t>int</a:t>
            </a:r>
            <a:r>
              <a:rPr lang="nb-NO" dirty="0"/>
              <a:t> i=0; i &lt; NUMPIXELS; i++) {</a:t>
            </a:r>
          </a:p>
          <a:p>
            <a:pPr marL="0" indent="0">
              <a:buNone/>
            </a:pPr>
            <a:r>
              <a:rPr lang="nb-NO" dirty="0"/>
              <a:t>    // </a:t>
            </a:r>
            <a:r>
              <a:rPr lang="nb-NO" dirty="0" err="1"/>
              <a:t>pixels.Color</a:t>
            </a:r>
            <a:r>
              <a:rPr lang="nb-NO" dirty="0"/>
              <a:t> </a:t>
            </a:r>
            <a:r>
              <a:rPr lang="nb-NO" dirty="0" err="1"/>
              <a:t>takes</a:t>
            </a:r>
            <a:r>
              <a:rPr lang="nb-NO" dirty="0"/>
              <a:t> RGB </a:t>
            </a:r>
            <a:r>
              <a:rPr lang="nb-NO" dirty="0" err="1"/>
              <a:t>values</a:t>
            </a:r>
            <a:r>
              <a:rPr lang="nb-NO" dirty="0"/>
              <a:t>, from 0,0,0 up to 255,255,255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pixels.setPixelColor</a:t>
            </a:r>
            <a:r>
              <a:rPr lang="nb-NO" dirty="0"/>
              <a:t>(i, </a:t>
            </a:r>
            <a:r>
              <a:rPr lang="nb-NO" dirty="0" err="1"/>
              <a:t>pixels.Color</a:t>
            </a:r>
            <a:r>
              <a:rPr lang="nb-NO" dirty="0"/>
              <a:t>(</a:t>
            </a:r>
            <a:r>
              <a:rPr lang="nb-NO" dirty="0" err="1"/>
              <a:t>redColor</a:t>
            </a:r>
            <a:r>
              <a:rPr lang="nb-NO" dirty="0"/>
              <a:t>, </a:t>
            </a:r>
            <a:r>
              <a:rPr lang="nb-NO" dirty="0" err="1"/>
              <a:t>greenColor</a:t>
            </a:r>
            <a:r>
              <a:rPr lang="nb-NO" dirty="0"/>
              <a:t>, </a:t>
            </a:r>
            <a:r>
              <a:rPr lang="nb-NO" dirty="0" err="1"/>
              <a:t>blueColor</a:t>
            </a:r>
            <a:r>
              <a:rPr lang="nb-NO" dirty="0"/>
              <a:t>));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// This </a:t>
            </a:r>
            <a:r>
              <a:rPr lang="nb-NO" dirty="0" err="1"/>
              <a:t>sends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updated</a:t>
            </a:r>
            <a:r>
              <a:rPr lang="nb-NO" dirty="0"/>
              <a:t> </a:t>
            </a:r>
            <a:r>
              <a:rPr lang="nb-NO" dirty="0" err="1"/>
              <a:t>pixel</a:t>
            </a:r>
            <a:r>
              <a:rPr lang="nb-NO" dirty="0"/>
              <a:t> </a:t>
            </a:r>
            <a:r>
              <a:rPr lang="nb-NO" dirty="0" err="1"/>
              <a:t>color</a:t>
            </a:r>
            <a:r>
              <a:rPr lang="nb-NO" dirty="0"/>
              <a:t> to </a:t>
            </a:r>
            <a:r>
              <a:rPr lang="nb-NO" dirty="0" err="1"/>
              <a:t>the</a:t>
            </a:r>
            <a:r>
              <a:rPr lang="nb-NO" dirty="0"/>
              <a:t> hardware.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pixels.show</a:t>
            </a:r>
            <a:r>
              <a:rPr lang="nb-NO" dirty="0"/>
              <a:t>();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// </a:t>
            </a:r>
            <a:r>
              <a:rPr lang="nb-NO" dirty="0" err="1"/>
              <a:t>Delay</a:t>
            </a:r>
            <a:r>
              <a:rPr lang="nb-NO" dirty="0"/>
              <a:t> for a </a:t>
            </a:r>
            <a:r>
              <a:rPr lang="nb-NO" dirty="0" err="1"/>
              <a:t>period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time (in </a:t>
            </a:r>
            <a:r>
              <a:rPr lang="nb-NO" dirty="0" err="1"/>
              <a:t>milliseconds</a:t>
            </a:r>
            <a:r>
              <a:rPr lang="nb-NO" dirty="0"/>
              <a:t>).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delay</a:t>
            </a:r>
            <a:r>
              <a:rPr lang="nb-NO" dirty="0"/>
              <a:t>(</a:t>
            </a:r>
            <a:r>
              <a:rPr lang="nb-NO" dirty="0" err="1"/>
              <a:t>delayval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// </a:t>
            </a:r>
            <a:r>
              <a:rPr lang="nb-NO" dirty="0" err="1"/>
              <a:t>setColor</a:t>
            </a:r>
            <a:r>
              <a:rPr lang="nb-NO" dirty="0"/>
              <a:t>()</a:t>
            </a:r>
          </a:p>
          <a:p>
            <a:pPr marL="0" indent="0">
              <a:buNone/>
            </a:pPr>
            <a:r>
              <a:rPr lang="nb-NO" dirty="0"/>
              <a:t>// </a:t>
            </a:r>
            <a:r>
              <a:rPr lang="nb-NO" dirty="0" err="1"/>
              <a:t>picks</a:t>
            </a:r>
            <a:r>
              <a:rPr lang="nb-NO" dirty="0"/>
              <a:t> random </a:t>
            </a:r>
            <a:r>
              <a:rPr lang="nb-NO" dirty="0" err="1"/>
              <a:t>values</a:t>
            </a:r>
            <a:r>
              <a:rPr lang="nb-NO" dirty="0"/>
              <a:t> to </a:t>
            </a:r>
            <a:r>
              <a:rPr lang="nb-NO" dirty="0" err="1"/>
              <a:t>set</a:t>
            </a:r>
            <a:r>
              <a:rPr lang="nb-NO" dirty="0"/>
              <a:t> for RGB</a:t>
            </a:r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setColor</a:t>
            </a:r>
            <a:r>
              <a:rPr lang="nb-NO" dirty="0"/>
              <a:t>(){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redColor</a:t>
            </a:r>
            <a:r>
              <a:rPr lang="nb-NO" dirty="0"/>
              <a:t> = random(0, 255);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greenColor</a:t>
            </a:r>
            <a:r>
              <a:rPr lang="nb-NO" dirty="0"/>
              <a:t> = random(0,255);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blueColor</a:t>
            </a:r>
            <a:r>
              <a:rPr lang="nb-NO" dirty="0"/>
              <a:t> = random(0, 255);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3E9C-4B2A-3C9A-E884-E0DEFACE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9FAE-1086-2A2A-5F5E-775D3E54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2108-5DC4-3B32-D7DC-6408FDA3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05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B3AA-65D1-E92E-8EC3-9A739C06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Aller enkleste eksempel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0BB98-4824-C462-1AB5-719615D7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handleKey</a:t>
            </a:r>
            <a:r>
              <a:rPr lang="nb-NO" dirty="0"/>
              <a:t>(</a:t>
            </a:r>
            <a:r>
              <a:rPr lang="nb-NO" dirty="0" err="1"/>
              <a:t>char</a:t>
            </a:r>
            <a:r>
              <a:rPr lang="nb-NO" dirty="0"/>
              <a:t> </a:t>
            </a:r>
            <a:r>
              <a:rPr lang="nb-NO" dirty="0" err="1"/>
              <a:t>key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switch</a:t>
            </a:r>
            <a:r>
              <a:rPr lang="nb-NO" dirty="0"/>
              <a:t> (</a:t>
            </a:r>
            <a:r>
              <a:rPr lang="nb-NO" dirty="0" err="1"/>
              <a:t>key</a:t>
            </a:r>
            <a:r>
              <a:rPr lang="nb-NO" dirty="0"/>
              <a:t>) {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case '1': </a:t>
            </a:r>
            <a:r>
              <a:rPr lang="nb-NO" dirty="0" err="1"/>
              <a:t>setColor</a:t>
            </a:r>
            <a:r>
              <a:rPr lang="nb-NO" dirty="0"/>
              <a:t>(255, 0, 0); break;     // RØD</a:t>
            </a:r>
          </a:p>
          <a:p>
            <a:pPr marL="0" indent="0">
              <a:buNone/>
            </a:pPr>
            <a:r>
              <a:rPr lang="nb-NO" dirty="0"/>
              <a:t>    case '2': </a:t>
            </a:r>
            <a:r>
              <a:rPr lang="nb-NO" dirty="0" err="1"/>
              <a:t>setColor</a:t>
            </a:r>
            <a:r>
              <a:rPr lang="nb-NO" dirty="0"/>
              <a:t>(0, 255, 0); break;     // GRØNN</a:t>
            </a:r>
          </a:p>
          <a:p>
            <a:pPr marL="0" indent="0">
              <a:buNone/>
            </a:pPr>
            <a:r>
              <a:rPr lang="nb-NO" dirty="0"/>
              <a:t>    case '3': </a:t>
            </a:r>
            <a:r>
              <a:rPr lang="nb-NO" dirty="0" err="1"/>
              <a:t>setColor</a:t>
            </a:r>
            <a:r>
              <a:rPr lang="nb-NO" dirty="0"/>
              <a:t>(0, 0, 255); break;     // BLÅ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case '4': </a:t>
            </a:r>
            <a:r>
              <a:rPr lang="nb-NO" dirty="0" err="1"/>
              <a:t>setColor</a:t>
            </a:r>
            <a:r>
              <a:rPr lang="nb-NO" dirty="0"/>
              <a:t>(255, 255, 0); break;   // GUL</a:t>
            </a:r>
          </a:p>
          <a:p>
            <a:pPr marL="0" indent="0">
              <a:buNone/>
            </a:pPr>
            <a:r>
              <a:rPr lang="nb-NO" dirty="0"/>
              <a:t>    case '5': </a:t>
            </a:r>
            <a:r>
              <a:rPr lang="nb-NO" dirty="0" err="1"/>
              <a:t>setColor</a:t>
            </a:r>
            <a:r>
              <a:rPr lang="nb-NO" dirty="0"/>
              <a:t>(255, 0, 255); break;   // MAGENTA</a:t>
            </a:r>
          </a:p>
          <a:p>
            <a:pPr marL="0" indent="0">
              <a:buNone/>
            </a:pPr>
            <a:r>
              <a:rPr lang="nb-NO" dirty="0"/>
              <a:t>    case '6': </a:t>
            </a:r>
            <a:r>
              <a:rPr lang="nb-NO" dirty="0" err="1"/>
              <a:t>setColor</a:t>
            </a:r>
            <a:r>
              <a:rPr lang="nb-NO" dirty="0"/>
              <a:t>(0, 255, 255); break;   // CYAN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case '7': </a:t>
            </a:r>
            <a:r>
              <a:rPr lang="nb-NO" dirty="0" err="1"/>
              <a:t>increaseBrightness</a:t>
            </a:r>
            <a:r>
              <a:rPr lang="nb-NO" dirty="0"/>
              <a:t>(); break;</a:t>
            </a:r>
          </a:p>
          <a:p>
            <a:pPr marL="0" indent="0">
              <a:buNone/>
            </a:pPr>
            <a:r>
              <a:rPr lang="nb-NO" dirty="0"/>
              <a:t>    case '8': </a:t>
            </a:r>
            <a:r>
              <a:rPr lang="nb-NO" dirty="0" err="1"/>
              <a:t>decreaseBrightness</a:t>
            </a:r>
            <a:r>
              <a:rPr lang="nb-NO" dirty="0"/>
              <a:t>(); break;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case '0': </a:t>
            </a:r>
            <a:r>
              <a:rPr lang="nb-NO" dirty="0" err="1"/>
              <a:t>setColor</a:t>
            </a:r>
            <a:r>
              <a:rPr lang="nb-NO" dirty="0"/>
              <a:t>(0, 0, 0); break;       // AV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default</a:t>
            </a:r>
            <a:r>
              <a:rPr lang="nb-NO" dirty="0"/>
              <a:t>: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Serial.println</a:t>
            </a:r>
            <a:r>
              <a:rPr lang="nb-NO" dirty="0"/>
              <a:t>("Ugyldig tast.");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35818-DD45-0078-BE83-8D43254E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5EA71-AC82-4EF8-0E85-D71D1A40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1EF15-69F8-CA1B-E8D3-E0732865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673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A569-FDF3-6F90-4C9C-6A966208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471E0-42EF-D4E5-051F-36FFA241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8995-7CF5-9622-5CD9-3B8A0837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7DEB1-4AD8-43AC-4CC4-2163FD9F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5EAE-AFF2-BB72-CC2C-CCF83FA0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57FB2-82FF-CD88-7CE0-621573DD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4567"/>
            <a:ext cx="9144000" cy="239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8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1D68-12CA-AF75-54CE-B0A5C114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A536-7EEE-20BB-2ED4-EF2CAA23E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nb-NO" dirty="0"/>
              <a:t>// ------------------------------------------------------</a:t>
            </a:r>
          </a:p>
          <a:p>
            <a:pPr marL="0" indent="0">
              <a:buNone/>
            </a:pPr>
            <a:r>
              <a:rPr lang="nb-NO" dirty="0"/>
              <a:t>// MENY-STATES</a:t>
            </a:r>
          </a:p>
          <a:p>
            <a:pPr marL="0" indent="0">
              <a:buNone/>
            </a:pPr>
            <a:r>
              <a:rPr lang="nb-NO" dirty="0"/>
              <a:t>// ------------------------------------------------------</a:t>
            </a:r>
          </a:p>
          <a:p>
            <a:pPr marL="0" indent="0">
              <a:buNone/>
            </a:pPr>
            <a:r>
              <a:rPr lang="nb-NO" dirty="0" err="1"/>
              <a:t>enum</a:t>
            </a:r>
            <a:r>
              <a:rPr lang="nb-NO" dirty="0"/>
              <a:t> State {</a:t>
            </a:r>
          </a:p>
          <a:p>
            <a:pPr marL="0" indent="0">
              <a:buNone/>
            </a:pPr>
            <a:r>
              <a:rPr lang="nb-NO" dirty="0"/>
              <a:t>  MAIN_MENU,</a:t>
            </a:r>
          </a:p>
          <a:p>
            <a:pPr marL="0" indent="0">
              <a:buNone/>
            </a:pPr>
            <a:r>
              <a:rPr lang="nb-NO" dirty="0"/>
              <a:t>  COLOR_MENU,</a:t>
            </a:r>
          </a:p>
          <a:p>
            <a:pPr marL="0" indent="0">
              <a:buNone/>
            </a:pPr>
            <a:r>
              <a:rPr lang="nb-NO" dirty="0"/>
              <a:t>  BRIGHTNESS_MENU,</a:t>
            </a:r>
          </a:p>
          <a:p>
            <a:pPr marL="0" indent="0">
              <a:buNone/>
            </a:pPr>
            <a:r>
              <a:rPr lang="nb-NO" dirty="0"/>
              <a:t>  MODE_MENU</a:t>
            </a:r>
          </a:p>
          <a:p>
            <a:pPr marL="0" indent="0">
              <a:buNone/>
            </a:pPr>
            <a:r>
              <a:rPr lang="nb-NO" dirty="0"/>
              <a:t>};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State </a:t>
            </a:r>
            <a:r>
              <a:rPr lang="nb-NO" dirty="0" err="1"/>
              <a:t>currentState</a:t>
            </a:r>
            <a:r>
              <a:rPr lang="nb-NO" dirty="0"/>
              <a:t> = MAIN_MENU;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CFB9C-827C-8FB8-8BF6-D812B1FC6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29706-7736-10F6-7F14-83B8DD9E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71999-DA69-14B4-3E34-5C3F2FBB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6019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31B6-2412-D623-C6DB-2C369E6B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EB48B-15E9-6233-8BA5-77756CC96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showMainMenu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("\n--- HOVEDMENY ---");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("1 = Farge");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("2 = Lysstyrke");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("3 = Modus");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("# = Avslutt/tilbake");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24858-3832-7BFF-DA69-D4F7A962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9930-A589-7A94-C8B5-D19BF73E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842B6-1A60-021E-AD8B-3A3647F1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586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FD5F-0E0A-BFCF-C312-36BE9837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FF9D-3593-5C1D-527D-7C6F5173D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handleKey</a:t>
            </a:r>
            <a:r>
              <a:rPr lang="nb-NO" dirty="0"/>
              <a:t>(</a:t>
            </a:r>
            <a:r>
              <a:rPr lang="nb-NO" dirty="0" err="1"/>
              <a:t>char</a:t>
            </a:r>
            <a:r>
              <a:rPr lang="nb-NO" dirty="0"/>
              <a:t> </a:t>
            </a:r>
            <a:r>
              <a:rPr lang="nb-NO" dirty="0" err="1"/>
              <a:t>key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currentState</a:t>
            </a:r>
            <a:r>
              <a:rPr lang="nb-NO" dirty="0"/>
              <a:t> == MAIN_MENU)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handleMainMenu</a:t>
            </a:r>
            <a:r>
              <a:rPr lang="nb-NO" dirty="0"/>
              <a:t>(</a:t>
            </a:r>
            <a:r>
              <a:rPr lang="nb-NO" dirty="0" err="1"/>
              <a:t>key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} 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else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currentState</a:t>
            </a:r>
            <a:r>
              <a:rPr lang="nb-NO" dirty="0"/>
              <a:t> == INPUT_VALUE)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handleInputValue</a:t>
            </a:r>
            <a:r>
              <a:rPr lang="nb-NO" dirty="0"/>
              <a:t>(</a:t>
            </a:r>
            <a:r>
              <a:rPr lang="nb-NO" dirty="0" err="1"/>
              <a:t>key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81CF-61BD-FAE1-8C3B-28AAB3AAA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56F80-D942-3147-A02B-E84E94C8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F6B5A-220C-5D67-235A-0322A3E8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634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C8FE-FE4F-E76B-AEED-186E687D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6197-41A0-75F7-0152-FDF77F0A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handleMainMenu</a:t>
            </a:r>
            <a:r>
              <a:rPr lang="nb-NO" dirty="0"/>
              <a:t>(</a:t>
            </a:r>
            <a:r>
              <a:rPr lang="nb-NO" dirty="0" err="1"/>
              <a:t>char</a:t>
            </a:r>
            <a:r>
              <a:rPr lang="nb-NO" dirty="0"/>
              <a:t> </a:t>
            </a:r>
            <a:r>
              <a:rPr lang="nb-NO" dirty="0" err="1"/>
              <a:t>key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switch</a:t>
            </a:r>
            <a:r>
              <a:rPr lang="nb-NO" dirty="0"/>
              <a:t> (</a:t>
            </a:r>
            <a:r>
              <a:rPr lang="nb-NO" dirty="0" err="1"/>
              <a:t>key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  case '1':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startInputMode</a:t>
            </a:r>
            <a:r>
              <a:rPr lang="nb-NO" dirty="0"/>
              <a:t>(PARAM_NUMPIX, "Antall dioder");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r>
              <a:rPr lang="nb-NO" dirty="0"/>
              <a:t>    case '2':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startInputMode</a:t>
            </a:r>
            <a:r>
              <a:rPr lang="nb-NO" dirty="0"/>
              <a:t>(PARAM_R, "R-verdi (0–255)");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r>
              <a:rPr lang="nb-NO" dirty="0"/>
              <a:t>    case '3':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startInputMode</a:t>
            </a:r>
            <a:r>
              <a:rPr lang="nb-NO" dirty="0"/>
              <a:t>(PARAM_G, "G-verdi (0–255)");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r>
              <a:rPr lang="nb-NO" dirty="0"/>
              <a:t>    case '4':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startInputMode</a:t>
            </a:r>
            <a:r>
              <a:rPr lang="nb-NO" dirty="0"/>
              <a:t>(PARAM_B, "B-verdi (0–255)");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r>
              <a:rPr lang="nb-NO" dirty="0"/>
              <a:t>    case '#':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Serial.println</a:t>
            </a:r>
            <a:r>
              <a:rPr lang="nb-NO" dirty="0"/>
              <a:t>("Ingen handling.");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FE1AE-3B2F-EFE6-4B24-54202705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E41EF-FC79-D754-253C-348DAC55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12814-A9EF-358E-0466-A42D8030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0227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BDFF2-5A1B-64EC-2EF9-4F052AC1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26E1-4AAB-2061-0853-64E7BA7C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Håndtere mer enn ett tall</a:t>
            </a:r>
          </a:p>
        </p:txBody>
      </p:sp>
    </p:spTree>
    <p:extLst>
      <p:ext uri="{BB962C8B-B14F-4D97-AF65-F5344CB8AC3E}">
        <p14:creationId xmlns:p14="http://schemas.microsoft.com/office/powerpoint/2010/main" val="3411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7B53-2BC3-BB19-90A9-D29FC493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48FE8-19BA-1FDB-C0D8-0ABBA8C21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nb-NO" dirty="0" err="1"/>
              <a:t>struct</a:t>
            </a:r>
            <a:r>
              <a:rPr lang="nb-NO" dirty="0"/>
              <a:t> </a:t>
            </a:r>
            <a:r>
              <a:rPr lang="nb-NO" dirty="0" err="1"/>
              <a:t>NumericInput</a:t>
            </a:r>
            <a:r>
              <a:rPr lang="nb-NO" dirty="0"/>
              <a:t>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bool</a:t>
            </a:r>
            <a:r>
              <a:rPr lang="nb-NO" dirty="0"/>
              <a:t> </a:t>
            </a:r>
            <a:r>
              <a:rPr lang="nb-NO" dirty="0" err="1"/>
              <a:t>active</a:t>
            </a:r>
            <a:r>
              <a:rPr lang="nb-NO" dirty="0"/>
              <a:t> = false;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bool</a:t>
            </a:r>
            <a:r>
              <a:rPr lang="nb-NO" dirty="0"/>
              <a:t> </a:t>
            </a:r>
            <a:r>
              <a:rPr lang="nb-NO" dirty="0" err="1"/>
              <a:t>cancelled</a:t>
            </a:r>
            <a:r>
              <a:rPr lang="nb-NO" dirty="0"/>
              <a:t> = false;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String</a:t>
            </a:r>
            <a:r>
              <a:rPr lang="nb-NO" dirty="0"/>
              <a:t> buffer = "";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result</a:t>
            </a:r>
            <a:r>
              <a:rPr lang="nb-NO" dirty="0"/>
              <a:t> = 0;</a:t>
            </a:r>
          </a:p>
          <a:p>
            <a:pPr marL="0" indent="0">
              <a:buNone/>
            </a:pPr>
            <a:r>
              <a:rPr lang="nb-NO" dirty="0"/>
              <a:t>};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NumericInput</a:t>
            </a:r>
            <a:r>
              <a:rPr lang="nb-NO" dirty="0"/>
              <a:t> </a:t>
            </a:r>
            <a:r>
              <a:rPr lang="nb-NO" dirty="0" err="1"/>
              <a:t>numIn</a:t>
            </a:r>
            <a:r>
              <a:rPr lang="nb-NO" dirty="0"/>
              <a:t>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startNumericInput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numIn.active</a:t>
            </a:r>
            <a:r>
              <a:rPr lang="nb-NO" dirty="0"/>
              <a:t> = true;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numIn.cancelled</a:t>
            </a:r>
            <a:r>
              <a:rPr lang="nb-NO" dirty="0"/>
              <a:t> = false;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numIn.buffer</a:t>
            </a:r>
            <a:r>
              <a:rPr lang="nb-NO" dirty="0"/>
              <a:t> = "";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("Skriv tall, * = OK, # = Avbryt");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223D-8725-5562-0D7A-05BEF5C5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4EF6-DD55-DE4B-CDC4-FDD898E1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B0964-1852-1449-4534-35F56309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1572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ABD1-984B-CC85-C088-50E01B1E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0B25B-B6E7-30B7-92F5-EFC5B6C51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sz="700" dirty="0" err="1"/>
              <a:t>bool</a:t>
            </a:r>
            <a:r>
              <a:rPr lang="nb-NO" sz="700" dirty="0"/>
              <a:t> </a:t>
            </a:r>
            <a:r>
              <a:rPr lang="nb-NO" sz="700" dirty="0" err="1"/>
              <a:t>updateNumericInput</a:t>
            </a:r>
            <a:r>
              <a:rPr lang="nb-NO" sz="700" dirty="0"/>
              <a:t>(</a:t>
            </a:r>
            <a:r>
              <a:rPr lang="nb-NO" sz="700" dirty="0" err="1"/>
              <a:t>char</a:t>
            </a:r>
            <a:r>
              <a:rPr lang="nb-NO" sz="700" dirty="0"/>
              <a:t> </a:t>
            </a:r>
            <a:r>
              <a:rPr lang="nb-NO" sz="700" dirty="0" err="1"/>
              <a:t>key</a:t>
            </a:r>
            <a:r>
              <a:rPr lang="nb-NO" sz="700" dirty="0"/>
              <a:t>) {</a:t>
            </a:r>
          </a:p>
          <a:p>
            <a:pPr marL="0" indent="0">
              <a:buNone/>
            </a:pPr>
            <a:r>
              <a:rPr lang="nb-NO" sz="700" dirty="0"/>
              <a:t>  </a:t>
            </a:r>
            <a:r>
              <a:rPr lang="nb-NO" sz="700" dirty="0" err="1"/>
              <a:t>if</a:t>
            </a:r>
            <a:r>
              <a:rPr lang="nb-NO" sz="700" dirty="0"/>
              <a:t> (!</a:t>
            </a:r>
            <a:r>
              <a:rPr lang="nb-NO" sz="700" dirty="0" err="1"/>
              <a:t>numIn.active</a:t>
            </a:r>
            <a:r>
              <a:rPr lang="nb-NO" sz="700" dirty="0"/>
              <a:t> || </a:t>
            </a:r>
            <a:r>
              <a:rPr lang="nb-NO" sz="700" dirty="0" err="1"/>
              <a:t>key</a:t>
            </a:r>
            <a:r>
              <a:rPr lang="nb-NO" sz="700" dirty="0"/>
              <a:t> == 0) </a:t>
            </a:r>
            <a:r>
              <a:rPr lang="nb-NO" sz="700" dirty="0" err="1"/>
              <a:t>return</a:t>
            </a:r>
            <a:r>
              <a:rPr lang="nb-NO" sz="700" dirty="0"/>
              <a:t> false;</a:t>
            </a:r>
          </a:p>
          <a:p>
            <a:pPr marL="0" indent="0">
              <a:buNone/>
            </a:pPr>
            <a:endParaRPr lang="nb-NO" sz="700" dirty="0"/>
          </a:p>
          <a:p>
            <a:pPr marL="0" indent="0">
              <a:buNone/>
            </a:pPr>
            <a:r>
              <a:rPr lang="nb-NO" sz="700" dirty="0"/>
              <a:t>  </a:t>
            </a:r>
            <a:r>
              <a:rPr lang="nb-NO" sz="700" dirty="0" err="1"/>
              <a:t>if</a:t>
            </a:r>
            <a:r>
              <a:rPr lang="nb-NO" sz="700" dirty="0"/>
              <a:t> (</a:t>
            </a:r>
            <a:r>
              <a:rPr lang="nb-NO" sz="700" dirty="0" err="1"/>
              <a:t>key</a:t>
            </a:r>
            <a:r>
              <a:rPr lang="nb-NO" sz="700" dirty="0"/>
              <a:t> == '#') {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numIn.active</a:t>
            </a:r>
            <a:r>
              <a:rPr lang="nb-NO" sz="700" dirty="0"/>
              <a:t> = false;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numIn.cancelled</a:t>
            </a:r>
            <a:r>
              <a:rPr lang="nb-NO" sz="700" dirty="0"/>
              <a:t> = true;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Serial.println</a:t>
            </a:r>
            <a:r>
              <a:rPr lang="nb-NO" sz="700" dirty="0"/>
              <a:t>("Avbrutt.");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return</a:t>
            </a:r>
            <a:r>
              <a:rPr lang="nb-NO" sz="700" dirty="0"/>
              <a:t> true;</a:t>
            </a:r>
          </a:p>
          <a:p>
            <a:pPr marL="0" indent="0">
              <a:buNone/>
            </a:pPr>
            <a:r>
              <a:rPr lang="nb-NO" sz="700" dirty="0"/>
              <a:t>  }</a:t>
            </a:r>
          </a:p>
          <a:p>
            <a:pPr marL="0" indent="0">
              <a:buNone/>
            </a:pPr>
            <a:endParaRPr lang="nb-NO" sz="700" dirty="0"/>
          </a:p>
          <a:p>
            <a:pPr marL="0" indent="0">
              <a:buNone/>
            </a:pPr>
            <a:r>
              <a:rPr lang="nb-NO" sz="700" dirty="0"/>
              <a:t>  </a:t>
            </a:r>
            <a:r>
              <a:rPr lang="nb-NO" sz="700" dirty="0" err="1"/>
              <a:t>if</a:t>
            </a:r>
            <a:r>
              <a:rPr lang="nb-NO" sz="700" dirty="0"/>
              <a:t> (</a:t>
            </a:r>
            <a:r>
              <a:rPr lang="nb-NO" sz="700" dirty="0" err="1"/>
              <a:t>key</a:t>
            </a:r>
            <a:r>
              <a:rPr lang="nb-NO" sz="700" dirty="0"/>
              <a:t> == '*') {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numIn.result</a:t>
            </a:r>
            <a:r>
              <a:rPr lang="nb-NO" sz="700" dirty="0"/>
              <a:t> = </a:t>
            </a:r>
            <a:r>
              <a:rPr lang="nb-NO" sz="700" dirty="0" err="1"/>
              <a:t>numIn.buffer.toInt</a:t>
            </a:r>
            <a:r>
              <a:rPr lang="nb-NO" sz="700" dirty="0"/>
              <a:t>();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numIn.active</a:t>
            </a:r>
            <a:r>
              <a:rPr lang="nb-NO" sz="700" dirty="0"/>
              <a:t> = false;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Serial.print</a:t>
            </a:r>
            <a:r>
              <a:rPr lang="nb-NO" sz="700" dirty="0"/>
              <a:t>("Verdi bekreftet: ");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Serial.println</a:t>
            </a:r>
            <a:r>
              <a:rPr lang="nb-NO" sz="700" dirty="0"/>
              <a:t>(</a:t>
            </a:r>
            <a:r>
              <a:rPr lang="nb-NO" sz="700" dirty="0" err="1"/>
              <a:t>numIn.result</a:t>
            </a:r>
            <a:r>
              <a:rPr lang="nb-NO" sz="700" dirty="0"/>
              <a:t>);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return</a:t>
            </a:r>
            <a:r>
              <a:rPr lang="nb-NO" sz="700" dirty="0"/>
              <a:t> true;</a:t>
            </a:r>
          </a:p>
          <a:p>
            <a:pPr marL="0" indent="0">
              <a:buNone/>
            </a:pPr>
            <a:r>
              <a:rPr lang="nb-NO" sz="700" dirty="0"/>
              <a:t>  }</a:t>
            </a:r>
          </a:p>
          <a:p>
            <a:pPr marL="0" indent="0">
              <a:buNone/>
            </a:pPr>
            <a:endParaRPr lang="nb-NO" sz="700" dirty="0"/>
          </a:p>
          <a:p>
            <a:pPr marL="0" indent="0">
              <a:buNone/>
            </a:pPr>
            <a:r>
              <a:rPr lang="nb-NO" sz="700" dirty="0"/>
              <a:t>  </a:t>
            </a:r>
            <a:r>
              <a:rPr lang="nb-NO" sz="700" dirty="0" err="1"/>
              <a:t>if</a:t>
            </a:r>
            <a:r>
              <a:rPr lang="nb-NO" sz="700" dirty="0"/>
              <a:t> (</a:t>
            </a:r>
            <a:r>
              <a:rPr lang="nb-NO" sz="700" dirty="0" err="1"/>
              <a:t>key</a:t>
            </a:r>
            <a:r>
              <a:rPr lang="nb-NO" sz="700" dirty="0"/>
              <a:t> &gt;= '0' &amp;&amp; </a:t>
            </a:r>
            <a:r>
              <a:rPr lang="nb-NO" sz="700" dirty="0" err="1"/>
              <a:t>key</a:t>
            </a:r>
            <a:r>
              <a:rPr lang="nb-NO" sz="700" dirty="0"/>
              <a:t> &lt;= '9') {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numIn.buffer</a:t>
            </a:r>
            <a:r>
              <a:rPr lang="nb-NO" sz="700" dirty="0"/>
              <a:t> += </a:t>
            </a:r>
            <a:r>
              <a:rPr lang="nb-NO" sz="700" dirty="0" err="1"/>
              <a:t>key</a:t>
            </a:r>
            <a:r>
              <a:rPr lang="nb-NO" sz="700" dirty="0"/>
              <a:t>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Serial.print</a:t>
            </a:r>
            <a:r>
              <a:rPr lang="nb-NO" sz="700" dirty="0"/>
              <a:t>("&gt; ");</a:t>
            </a:r>
          </a:p>
          <a:p>
            <a:pPr marL="0" indent="0">
              <a:buNone/>
            </a:pPr>
            <a:r>
              <a:rPr lang="nb-NO" sz="700" dirty="0"/>
              <a:t>    </a:t>
            </a:r>
            <a:r>
              <a:rPr lang="nb-NO" sz="700" dirty="0" err="1"/>
              <a:t>Serial.println</a:t>
            </a:r>
            <a:r>
              <a:rPr lang="nb-NO" sz="700" dirty="0"/>
              <a:t>(</a:t>
            </a:r>
            <a:r>
              <a:rPr lang="nb-NO" sz="700" dirty="0" err="1"/>
              <a:t>numIn.buffer</a:t>
            </a:r>
            <a:r>
              <a:rPr lang="nb-NO" sz="700" dirty="0"/>
              <a:t>);</a:t>
            </a:r>
          </a:p>
          <a:p>
            <a:pPr marL="0" indent="0">
              <a:buNone/>
            </a:pPr>
            <a:r>
              <a:rPr lang="nb-NO" sz="700" dirty="0"/>
              <a:t>  }</a:t>
            </a:r>
          </a:p>
          <a:p>
            <a:pPr marL="0" indent="0">
              <a:buNone/>
            </a:pPr>
            <a:endParaRPr lang="nb-NO" sz="700" dirty="0"/>
          </a:p>
          <a:p>
            <a:pPr marL="0" indent="0">
              <a:buNone/>
            </a:pPr>
            <a:r>
              <a:rPr lang="nb-NO" sz="700" dirty="0"/>
              <a:t>  </a:t>
            </a:r>
            <a:r>
              <a:rPr lang="nb-NO" sz="700" dirty="0" err="1"/>
              <a:t>return</a:t>
            </a:r>
            <a:r>
              <a:rPr lang="nb-NO" sz="700" dirty="0"/>
              <a:t> false; // ikke ferdig ennå</a:t>
            </a:r>
          </a:p>
          <a:p>
            <a:pPr marL="0" indent="0">
              <a:buNone/>
            </a:pPr>
            <a:r>
              <a:rPr lang="nb-NO" sz="700" dirty="0"/>
              <a:t>}</a:t>
            </a:r>
          </a:p>
          <a:p>
            <a:pPr marL="0" indent="0">
              <a:buNone/>
            </a:pPr>
            <a:endParaRPr lang="nb-NO" sz="7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72F4D-DCD3-B737-E48B-33C426A0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FCE2D-8CA8-9DF9-0AAC-96A2D725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8F94B-5717-B065-F106-EC50EEA2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390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487F-5289-F9CE-26C6-0AC74E0B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373F-8871-2617-09FD-A7985751F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loop()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char</a:t>
            </a:r>
            <a:r>
              <a:rPr lang="nb-NO" dirty="0"/>
              <a:t> </a:t>
            </a:r>
            <a:r>
              <a:rPr lang="nb-NO" dirty="0" err="1"/>
              <a:t>key</a:t>
            </a:r>
            <a:r>
              <a:rPr lang="nb-NO" dirty="0"/>
              <a:t> = </a:t>
            </a:r>
            <a:r>
              <a:rPr lang="nb-NO" dirty="0" err="1"/>
              <a:t>getKeyPressed</a:t>
            </a:r>
            <a:r>
              <a:rPr lang="nb-NO" dirty="0"/>
              <a:t>();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numIn.active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updateNumericInput</a:t>
            </a:r>
            <a:r>
              <a:rPr lang="nb-NO" dirty="0"/>
              <a:t>(</a:t>
            </a:r>
            <a:r>
              <a:rPr lang="nb-NO" dirty="0" err="1"/>
              <a:t>key</a:t>
            </a:r>
            <a:r>
              <a:rPr lang="nb-NO" dirty="0"/>
              <a:t>)) {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if</a:t>
            </a:r>
            <a:r>
              <a:rPr lang="nb-NO" dirty="0"/>
              <a:t> (!</a:t>
            </a:r>
            <a:r>
              <a:rPr lang="nb-NO" dirty="0" err="1"/>
              <a:t>numIn.cancelled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      </a:t>
            </a: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value</a:t>
            </a:r>
            <a:r>
              <a:rPr lang="nb-NO" dirty="0"/>
              <a:t> = </a:t>
            </a:r>
            <a:r>
              <a:rPr lang="nb-NO" dirty="0" err="1"/>
              <a:t>numIn.result</a:t>
            </a:r>
            <a:r>
              <a:rPr lang="nb-NO" dirty="0"/>
              <a:t>;</a:t>
            </a:r>
          </a:p>
          <a:p>
            <a:pPr marL="0" indent="0">
              <a:buNone/>
            </a:pPr>
            <a:r>
              <a:rPr lang="nb-NO" dirty="0"/>
              <a:t>        </a:t>
            </a:r>
            <a:r>
              <a:rPr lang="nb-NO" dirty="0" err="1"/>
              <a:t>Serial.print</a:t>
            </a:r>
            <a:r>
              <a:rPr lang="nb-NO" dirty="0"/>
              <a:t>("Endelig verdi: ");</a:t>
            </a:r>
          </a:p>
          <a:p>
            <a:pPr marL="0" indent="0">
              <a:buNone/>
            </a:pPr>
            <a:r>
              <a:rPr lang="nb-NO" dirty="0"/>
              <a:t>        </a:t>
            </a:r>
            <a:r>
              <a:rPr lang="nb-NO" dirty="0" err="1"/>
              <a:t>Serial.println</a:t>
            </a:r>
            <a:r>
              <a:rPr lang="nb-NO" dirty="0"/>
              <a:t>(</a:t>
            </a:r>
            <a:r>
              <a:rPr lang="nb-NO" dirty="0" err="1"/>
              <a:t>value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    }</a:t>
            </a:r>
          </a:p>
          <a:p>
            <a:pPr marL="0" indent="0">
              <a:buNone/>
            </a:pPr>
            <a:r>
              <a:rPr lang="nb-NO" dirty="0"/>
              <a:t>      // tilbake til meny</a:t>
            </a:r>
          </a:p>
          <a:p>
            <a:pPr marL="0" indent="0">
              <a:buNone/>
            </a:pPr>
            <a:r>
              <a:rPr lang="nb-NO" dirty="0"/>
              <a:t>    }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return</a:t>
            </a:r>
            <a:r>
              <a:rPr lang="nb-NO" dirty="0"/>
              <a:t>; // forhindrer at annet kjører samtidig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// Eksempel: aktiver tallinput fra meny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key</a:t>
            </a:r>
            <a:r>
              <a:rPr lang="nb-NO" dirty="0"/>
              <a:t> == '1')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Serial.println</a:t>
            </a:r>
            <a:r>
              <a:rPr lang="nb-NO" dirty="0"/>
              <a:t>("Sett antall dioder:");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startNumericInput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2365D-68F4-FC56-299A-5026CC9A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1FD1-19CA-EF01-D4CF-4C2D6A01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7F3F0-937A-C82A-7A60-45AF5184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8574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DD3A5-6BE4-83B5-4BE6-8E3E4A8B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E278-A17B-9615-16A4-05E5CCB9F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applyParameter</a:t>
            </a:r>
            <a:r>
              <a:rPr lang="nb-NO" dirty="0"/>
              <a:t>(</a:t>
            </a:r>
            <a:r>
              <a:rPr lang="nb-NO" dirty="0" err="1"/>
              <a:t>Param</a:t>
            </a:r>
            <a:r>
              <a:rPr lang="nb-NO" dirty="0"/>
              <a:t> p, </a:t>
            </a: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value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switch</a:t>
            </a:r>
            <a:r>
              <a:rPr lang="nb-NO" dirty="0"/>
              <a:t> (p) {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case PARAM_NUMPIX:</a:t>
            </a:r>
          </a:p>
          <a:p>
            <a:pPr marL="0" indent="0">
              <a:buNone/>
            </a:pPr>
            <a:r>
              <a:rPr lang="nb-NO" dirty="0"/>
              <a:t>      // begrens for sikkerhet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value</a:t>
            </a:r>
            <a:r>
              <a:rPr lang="nb-NO" dirty="0"/>
              <a:t> = </a:t>
            </a:r>
            <a:r>
              <a:rPr lang="nb-NO" dirty="0" err="1"/>
              <a:t>constrain</a:t>
            </a:r>
            <a:r>
              <a:rPr lang="nb-NO" dirty="0"/>
              <a:t>(</a:t>
            </a:r>
            <a:r>
              <a:rPr lang="nb-NO" dirty="0" err="1"/>
              <a:t>value</a:t>
            </a:r>
            <a:r>
              <a:rPr lang="nb-NO" dirty="0"/>
              <a:t>, 1, 300);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numPixels</a:t>
            </a:r>
            <a:r>
              <a:rPr lang="nb-NO" dirty="0"/>
              <a:t> = </a:t>
            </a:r>
            <a:r>
              <a:rPr lang="nb-NO" dirty="0" err="1"/>
              <a:t>value</a:t>
            </a:r>
            <a:r>
              <a:rPr lang="nb-NO" dirty="0"/>
              <a:t>;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pixels.updateLength</a:t>
            </a:r>
            <a:r>
              <a:rPr lang="nb-NO" dirty="0"/>
              <a:t>(</a:t>
            </a:r>
            <a:r>
              <a:rPr lang="nb-NO" dirty="0" err="1"/>
              <a:t>numPixels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Serial.print</a:t>
            </a:r>
            <a:r>
              <a:rPr lang="nb-NO" dirty="0"/>
              <a:t>("Antall dioder satt til: ");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Serial.println</a:t>
            </a:r>
            <a:r>
              <a:rPr lang="nb-NO" dirty="0"/>
              <a:t>(</a:t>
            </a:r>
            <a:r>
              <a:rPr lang="nb-NO" dirty="0" err="1"/>
              <a:t>numPixels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case PARAM_R:</a:t>
            </a:r>
          </a:p>
          <a:p>
            <a:pPr marL="0" indent="0">
              <a:buNone/>
            </a:pPr>
            <a:r>
              <a:rPr lang="nb-NO" dirty="0"/>
              <a:t>      R = </a:t>
            </a:r>
            <a:r>
              <a:rPr lang="nb-NO" dirty="0" err="1"/>
              <a:t>constrain</a:t>
            </a:r>
            <a:r>
              <a:rPr lang="nb-NO" dirty="0"/>
              <a:t>(</a:t>
            </a:r>
            <a:r>
              <a:rPr lang="nb-NO" dirty="0" err="1"/>
              <a:t>value</a:t>
            </a:r>
            <a:r>
              <a:rPr lang="nb-NO" dirty="0"/>
              <a:t>, 0, 255);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Serial.print</a:t>
            </a:r>
            <a:r>
              <a:rPr lang="nb-NO" dirty="0"/>
              <a:t>("R satt til: ");</a:t>
            </a:r>
          </a:p>
          <a:p>
            <a:pPr marL="0" indent="0">
              <a:buNone/>
            </a:pPr>
            <a:r>
              <a:rPr lang="nb-NO" dirty="0"/>
              <a:t>      </a:t>
            </a:r>
            <a:r>
              <a:rPr lang="nb-NO" dirty="0" err="1"/>
              <a:t>Serial.println</a:t>
            </a:r>
            <a:r>
              <a:rPr lang="nb-NO" dirty="0"/>
              <a:t>(R);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……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default</a:t>
            </a:r>
            <a:r>
              <a:rPr lang="nb-NO" dirty="0"/>
              <a:t>:</a:t>
            </a:r>
          </a:p>
          <a:p>
            <a:pPr marL="0" indent="0">
              <a:buNone/>
            </a:pPr>
            <a:r>
              <a:rPr lang="nb-NO" dirty="0"/>
              <a:t>      break;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// Oppdater </a:t>
            </a:r>
            <a:r>
              <a:rPr lang="nb-NO" dirty="0" err="1"/>
              <a:t>NeoPixel</a:t>
            </a:r>
            <a:r>
              <a:rPr lang="nb-NO" dirty="0"/>
              <a:t> etter alle tilfeller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updateNeopixelColor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B32BC-1DD1-7A94-E5E7-BF946266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12382-74C7-836E-133B-B7985F4D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F94BD-A72E-7DE6-A961-259F345B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01023602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559a2-a91c-4b3d-9b02-34bf4e41e8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83180C750DED49832A828A345BD068" ma:contentTypeVersion="16" ma:contentTypeDescription="Opprett et nytt dokument." ma:contentTypeScope="" ma:versionID="0ffaa19da4f66163451a89d5c36b2850">
  <xsd:schema xmlns:xsd="http://www.w3.org/2001/XMLSchema" xmlns:xs="http://www.w3.org/2001/XMLSchema" xmlns:p="http://schemas.microsoft.com/office/2006/metadata/properties" xmlns:ns3="b44559a2-a91c-4b3d-9b02-34bf4e41e8de" xmlns:ns4="46d65abe-389b-4595-a034-c32f88a2f72f" targetNamespace="http://schemas.microsoft.com/office/2006/metadata/properties" ma:root="true" ma:fieldsID="effdf5abe430e858cc173ba807cbedc6" ns3:_="" ns4:_="">
    <xsd:import namespace="b44559a2-a91c-4b3d-9b02-34bf4e41e8de"/>
    <xsd:import namespace="46d65abe-389b-4595-a034-c32f88a2f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559a2-a91c-4b3d-9b02-34bf4e41e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65abe-389b-4595-a034-c32f88a2f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6d65abe-389b-4595-a034-c32f88a2f72f"/>
    <ds:schemaRef ds:uri="b44559a2-a91c-4b3d-9b02-34bf4e41e8d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1A313DA-7499-44CA-9284-9D5B4533FEB0}">
  <ds:schemaRefs>
    <ds:schemaRef ds:uri="46d65abe-389b-4595-a034-c32f88a2f72f"/>
    <ds:schemaRef ds:uri="b44559a2-a91c-4b3d-9b02-34bf4e41e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3586</TotalTime>
  <Words>1330</Words>
  <Application>Microsoft Office PowerPoint</Application>
  <PresentationFormat>Skjermfremvisning (16:9)</PresentationFormat>
  <Paragraphs>246</Paragraphs>
  <Slides>15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15</vt:i4>
      </vt:variant>
    </vt:vector>
  </HeadingPairs>
  <TitlesOfParts>
    <vt:vector size="19" baseType="lpstr">
      <vt:lpstr>Arial</vt:lpstr>
      <vt:lpstr>Calibri</vt:lpstr>
      <vt:lpstr>Source Sans Pro</vt:lpstr>
      <vt:lpstr>HIOF-template-7.13.Presentasjonsmal-NOR-v.0.0.3</vt:lpstr>
      <vt:lpstr>Keypad + NeoPixel</vt:lpstr>
      <vt:lpstr>NeoPixel</vt:lpstr>
      <vt:lpstr>PowerPoint-presentasjon</vt:lpstr>
      <vt:lpstr>PowerPoint-presentasjon</vt:lpstr>
      <vt:lpstr>Aller enkleste eksempel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Håndtere mer enn ett tall</vt:lpstr>
      <vt:lpstr>PowerPoint-presentasjon</vt:lpstr>
      <vt:lpstr>PowerPoint-presentasjon</vt:lpstr>
      <vt:lpstr>PowerPoint-presentasjon</vt:lpstr>
      <vt:lpstr>PowerPoint-presentasjon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7</cp:revision>
  <dcterms:created xsi:type="dcterms:W3CDTF">2015-06-11T22:12:29Z</dcterms:created>
  <dcterms:modified xsi:type="dcterms:W3CDTF">2025-11-13T08:32:29Z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0x0101000883180C750DED49832A828A345BD068</vt:lpwstr>
  </property>
  <property fmtid="{D5CDD505-2E9C-101B-9397-08002B2CF9AE}" pid="3" name="MediaServiceImageTags">
    <vt:lpwstr/>
  </property>
</Properties>
</file>